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>
        <p:scale>
          <a:sx n="100" d="100"/>
          <a:sy n="100" d="100"/>
        </p:scale>
        <p:origin x="60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3B21E-DB3D-4A50-9B4B-1EB5D5881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FABF23-5DFF-4D6E-9D66-424342B9D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A06331-56FB-41E5-9F1D-BF12E88A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6DF638-BE02-455A-AEDA-12502626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3F842B-3377-4008-9679-93D9AB10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78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C0B12-B9E9-4B10-A144-B4A2220E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77A70-F7AF-4662-A762-875328835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C9FF82-842F-48B7-918A-604828878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C5E8DD-1397-4D56-A4D2-8A34900C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F488C-F725-4815-ABEA-D90A249C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88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ACBE0-6555-428E-BC5E-7B4A3405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F45A8D-83A6-44BB-9BE5-8D1B6F702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622C2E-6AE5-40A1-96C6-99B96DEF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1A1850-3024-46A3-90DD-406CBAC1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5FE451-846C-4473-9D7E-8D79575B8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3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65FAE-1279-484C-AC93-316997E7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84A1E4-FA94-498D-97E0-51DB0476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E6CA08-8806-4147-B36B-6193FEB2B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EEF873-E6DE-4E81-84B3-6860A997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D1F0B8-5595-41DE-9695-56F504EB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16470-0AAD-4FEA-80F1-977B8332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76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0AD44-0E80-422A-B835-E58E2514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3B07DD-25D3-4F65-9BCB-E887E930C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60B5D-C78B-4ED1-B7B8-ABAA58204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E16843-5E48-408E-9949-4161FBC3B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FBAB8A-3AF1-4C1B-B52A-830552938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F5D479-6EA0-4DE4-A92D-31C2CE2A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42F0FF-58AE-4355-A865-2DB65CC5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5544E0-8638-47E7-B7A8-EDE6ACE2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36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7A861-26D6-4416-A4BC-AF4FFCE6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989782-B606-4EB5-BE07-D6B37BAB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750A10-8891-442A-8A6A-F4E03622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CB94C0-7847-40FC-81A7-CD47564F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72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F38174-B256-4864-995D-79056AE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30D483-C109-4A72-9198-4454941D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B09C21-E4A5-4C9B-91F4-51D1D5EF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73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DD67D-9E9D-4BA6-839B-8DEF1045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D9C5F8-7173-44A3-B299-6CFD8C4FA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02F86C-9457-499B-9F1A-4ED3DC060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EAA904-A498-4B7D-A32D-99249E35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DE2B3A-CD2D-4AC6-A33E-DAFF8BB35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0A60F8-F27B-4B60-9197-BE66C271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92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A17F7-3741-42A7-8594-4ABF0A95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C8FFA1-28F4-47CF-9168-A0511A815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FA7857-5CBA-4CCF-9B1A-B3C26CD25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F936D1-63AD-447A-885D-7ED669F5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7A685A-B089-4D2C-AA2F-D4D1A738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8B0417-C02A-40E5-99C1-203E85DF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24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63B66-734B-435B-8C29-6B52388F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9C5E47-4B4A-4C7A-9178-22F065D11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1983F-7898-4569-B736-2B0798A0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F6AF4-A830-4310-9218-FD975A03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C417A-58CF-4508-8713-F0B33870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469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29DFCA-C9F2-4AF2-B517-EAE2FAB53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02CDD4-E9A5-4ADF-BC9E-B9A619367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B722A-5F9A-43EC-AF1C-99123686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040F6F-4A23-49C1-A8D5-8C7151AB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30EEA5-4CAA-45E0-88EA-1E4880A5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67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FCE129-E43B-45E8-BD72-59468666A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4E9B8A-4758-43EB-A0D6-1953DBBCF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40EA5E-38B8-420E-AA40-8210F749A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43941-C9ED-4CAE-BC99-167B188A3BB9}" type="datetimeFigureOut">
              <a:rPr lang="ko-KR" altLang="en-US" smtClean="0"/>
              <a:t>2020-09-26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68B747-5D67-49A6-984A-FD3F11BE4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7512C-360D-41F4-B64F-B9CE36D3C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2D56-FC82-4C04-8CFE-D2D177CDA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16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F865CC5-47BB-4233-B125-61371212A082}"/>
              </a:ext>
            </a:extLst>
          </p:cNvPr>
          <p:cNvSpPr/>
          <p:nvPr/>
        </p:nvSpPr>
        <p:spPr>
          <a:xfrm>
            <a:off x="2571408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고객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(customer)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4C3D55E-91C6-44F1-9DA0-B3033C3575A9}"/>
              </a:ext>
            </a:extLst>
          </p:cNvPr>
          <p:cNvSpPr/>
          <p:nvPr/>
        </p:nvSpPr>
        <p:spPr>
          <a:xfrm>
            <a:off x="2571407" y="2231309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가입 승인 관리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273A3F6-22AD-48F3-87AF-3BE427D36A28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3381407" y="1991993"/>
            <a:ext cx="1" cy="23931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CA15BB0-9DB4-4BEE-A30D-716D1F89924D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3381407" y="2591309"/>
            <a:ext cx="0" cy="104307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FE57C5-284C-4AAF-968E-4BB503974A1D}"/>
              </a:ext>
            </a:extLst>
          </p:cNvPr>
          <p:cNvSpPr/>
          <p:nvPr/>
        </p:nvSpPr>
        <p:spPr>
          <a:xfrm>
            <a:off x="2571408" y="85267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고객 등급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C8C88A-F383-40A6-832A-B7E816E39C30}"/>
              </a:ext>
            </a:extLst>
          </p:cNvPr>
          <p:cNvCxnSpPr>
            <a:cxnSpLocks/>
            <a:stCxn id="4" idx="0"/>
            <a:endCxn id="14" idx="2"/>
          </p:cNvCxnSpPr>
          <p:nvPr/>
        </p:nvCxnSpPr>
        <p:spPr>
          <a:xfrm flipV="1">
            <a:off x="3381408" y="1212677"/>
            <a:ext cx="0" cy="23931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A94670-22BA-4D91-A3A8-DB164428F4FF}"/>
              </a:ext>
            </a:extLst>
          </p:cNvPr>
          <p:cNvSpPr/>
          <p:nvPr/>
        </p:nvSpPr>
        <p:spPr>
          <a:xfrm>
            <a:off x="210745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법인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673898-DD36-456F-B17D-D3AFC8251E9F}"/>
              </a:ext>
            </a:extLst>
          </p:cNvPr>
          <p:cNvSpPr/>
          <p:nvPr/>
        </p:nvSpPr>
        <p:spPr>
          <a:xfrm>
            <a:off x="210745" y="2830624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업태 정보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AC2B2FC-C11D-4096-9C1E-A872A400D629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1830745" y="1721993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1D90A15-4A6B-4DA4-AB1D-50BCE564707F}"/>
              </a:ext>
            </a:extLst>
          </p:cNvPr>
          <p:cNvSpPr/>
          <p:nvPr/>
        </p:nvSpPr>
        <p:spPr>
          <a:xfrm>
            <a:off x="210745" y="2231309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업종 관리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F3B5027-87F4-490D-B48D-33E4B8D34F12}"/>
              </a:ext>
            </a:extLst>
          </p:cNvPr>
          <p:cNvCxnSpPr>
            <a:cxnSpLocks/>
            <a:stCxn id="21" idx="2"/>
            <a:endCxn id="29" idx="0"/>
          </p:cNvCxnSpPr>
          <p:nvPr/>
        </p:nvCxnSpPr>
        <p:spPr>
          <a:xfrm>
            <a:off x="1020745" y="1991993"/>
            <a:ext cx="0" cy="23931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AB0E57D-00C0-4B1B-843C-D9907881AF57}"/>
              </a:ext>
            </a:extLst>
          </p:cNvPr>
          <p:cNvCxnSpPr>
            <a:cxnSpLocks/>
            <a:stCxn id="22" idx="0"/>
            <a:endCxn id="29" idx="2"/>
          </p:cNvCxnSpPr>
          <p:nvPr/>
        </p:nvCxnSpPr>
        <p:spPr>
          <a:xfrm flipV="1">
            <a:off x="1020745" y="2591309"/>
            <a:ext cx="0" cy="23931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F7DFABC-2918-40C8-9211-432D541E8326}"/>
              </a:ext>
            </a:extLst>
          </p:cNvPr>
          <p:cNvSpPr/>
          <p:nvPr/>
        </p:nvSpPr>
        <p:spPr>
          <a:xfrm>
            <a:off x="222276" y="4425979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권한 그룹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6116D54-C9F8-454F-8250-B49C6370586C}"/>
              </a:ext>
            </a:extLst>
          </p:cNvPr>
          <p:cNvSpPr/>
          <p:nvPr/>
        </p:nvSpPr>
        <p:spPr>
          <a:xfrm>
            <a:off x="222276" y="3605001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관리자 권한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7AA9B43-1F0B-402C-A02F-97928821BEE7}"/>
              </a:ext>
            </a:extLst>
          </p:cNvPr>
          <p:cNvSpPr/>
          <p:nvPr/>
        </p:nvSpPr>
        <p:spPr>
          <a:xfrm>
            <a:off x="222276" y="6067371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관리자메뉴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508555E-8820-4284-922E-0D02281ECD38}"/>
              </a:ext>
            </a:extLst>
          </p:cNvPr>
          <p:cNvSpPr/>
          <p:nvPr/>
        </p:nvSpPr>
        <p:spPr>
          <a:xfrm>
            <a:off x="222276" y="5426957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관리자메뉴 권한관리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A17FDB8-C4CA-4193-93B4-A307A2B688C7}"/>
              </a:ext>
            </a:extLst>
          </p:cNvPr>
          <p:cNvCxnSpPr>
            <a:cxnSpLocks/>
            <a:stCxn id="38" idx="0"/>
            <a:endCxn id="41" idx="2"/>
          </p:cNvCxnSpPr>
          <p:nvPr/>
        </p:nvCxnSpPr>
        <p:spPr>
          <a:xfrm flipV="1">
            <a:off x="1032276" y="3965001"/>
            <a:ext cx="0" cy="46097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959CA476-CF2D-44C7-84CA-8C3935DA6C5E}"/>
              </a:ext>
            </a:extLst>
          </p:cNvPr>
          <p:cNvCxnSpPr>
            <a:cxnSpLocks/>
            <a:stCxn id="38" idx="2"/>
            <a:endCxn id="43" idx="0"/>
          </p:cNvCxnSpPr>
          <p:nvPr/>
        </p:nvCxnSpPr>
        <p:spPr>
          <a:xfrm>
            <a:off x="1032276" y="4965979"/>
            <a:ext cx="0" cy="46097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9F4AE33-5DB0-45AA-BF23-CFF54072F213}"/>
              </a:ext>
            </a:extLst>
          </p:cNvPr>
          <p:cNvCxnSpPr>
            <a:cxnSpLocks/>
            <a:stCxn id="42" idx="0"/>
            <a:endCxn id="43" idx="2"/>
          </p:cNvCxnSpPr>
          <p:nvPr/>
        </p:nvCxnSpPr>
        <p:spPr>
          <a:xfrm flipV="1">
            <a:off x="1032276" y="5786957"/>
            <a:ext cx="0" cy="28041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5FD859F-D03E-4FA0-8DFB-14904D1C39D7}"/>
              </a:ext>
            </a:extLst>
          </p:cNvPr>
          <p:cNvSpPr/>
          <p:nvPr/>
        </p:nvSpPr>
        <p:spPr>
          <a:xfrm>
            <a:off x="2571408" y="25336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en-US" altLang="ko-KR" sz="1300" b="1" spc="-100" dirty="0">
                <a:solidFill>
                  <a:schemeClr val="bg1"/>
                </a:solidFill>
                <a:latin typeface="+mn-ea"/>
              </a:rPr>
              <a:t>HS </a:t>
            </a: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류 코드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732B4661-B5F8-4273-AC16-823DD36C665A}"/>
              </a:ext>
            </a:extLst>
          </p:cNvPr>
          <p:cNvSpPr/>
          <p:nvPr/>
        </p:nvSpPr>
        <p:spPr>
          <a:xfrm>
            <a:off x="210745" y="25336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en-US" altLang="ko-KR" sz="1300" b="1" spc="-100" dirty="0">
                <a:solidFill>
                  <a:schemeClr val="bg1"/>
                </a:solidFill>
                <a:latin typeface="+mn-ea"/>
              </a:rPr>
              <a:t>HS </a:t>
            </a: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부 코드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CA5E5395-2C45-4F94-B6C0-FEE9E0CF3B2D}"/>
              </a:ext>
            </a:extLst>
          </p:cNvPr>
          <p:cNvSpPr/>
          <p:nvPr/>
        </p:nvSpPr>
        <p:spPr>
          <a:xfrm>
            <a:off x="210745" y="852677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업종 관리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CAEEA78A-3784-47A3-8E15-6F4D6865F515}"/>
              </a:ext>
            </a:extLst>
          </p:cNvPr>
          <p:cNvCxnSpPr>
            <a:cxnSpLocks/>
            <a:stCxn id="92" idx="2"/>
            <a:endCxn id="95" idx="0"/>
          </p:cNvCxnSpPr>
          <p:nvPr/>
        </p:nvCxnSpPr>
        <p:spPr>
          <a:xfrm>
            <a:off x="1020745" y="613361"/>
            <a:ext cx="0" cy="23931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321A45-CE55-4B5B-9916-8D146DCAF173}"/>
              </a:ext>
            </a:extLst>
          </p:cNvPr>
          <p:cNvCxnSpPr>
            <a:cxnSpLocks/>
            <a:stCxn id="21" idx="0"/>
            <a:endCxn id="95" idx="2"/>
          </p:cNvCxnSpPr>
          <p:nvPr/>
        </p:nvCxnSpPr>
        <p:spPr>
          <a:xfrm flipV="1">
            <a:off x="1020745" y="1212677"/>
            <a:ext cx="0" cy="23931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B3939DCD-9809-47CA-AB4C-3A88721B17F3}"/>
              </a:ext>
            </a:extLst>
          </p:cNvPr>
          <p:cNvCxnSpPr>
            <a:cxnSpLocks/>
            <a:stCxn id="91" idx="1"/>
            <a:endCxn id="92" idx="3"/>
          </p:cNvCxnSpPr>
          <p:nvPr/>
        </p:nvCxnSpPr>
        <p:spPr>
          <a:xfrm flipH="1">
            <a:off x="1830745" y="433361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43AC037-740E-460E-A07B-8CE3D78AB44A}"/>
              </a:ext>
            </a:extLst>
          </p:cNvPr>
          <p:cNvSpPr/>
          <p:nvPr/>
        </p:nvSpPr>
        <p:spPr>
          <a:xfrm>
            <a:off x="4764905" y="121267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포인트 적립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3A0701A-7680-4ABA-A999-AD7BEC3F7C15}"/>
              </a:ext>
            </a:extLst>
          </p:cNvPr>
          <p:cNvSpPr/>
          <p:nvPr/>
        </p:nvSpPr>
        <p:spPr>
          <a:xfrm>
            <a:off x="6837198" y="193605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쿠폰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9993CA2D-A27F-45F2-9545-28F449B6C1FA}"/>
              </a:ext>
            </a:extLst>
          </p:cNvPr>
          <p:cNvSpPr/>
          <p:nvPr/>
        </p:nvSpPr>
        <p:spPr>
          <a:xfrm>
            <a:off x="6837200" y="1212677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포인트 전환 관리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33353AB0-E18E-477B-9162-29631F127150}"/>
              </a:ext>
            </a:extLst>
          </p:cNvPr>
          <p:cNvSpPr/>
          <p:nvPr/>
        </p:nvSpPr>
        <p:spPr>
          <a:xfrm>
            <a:off x="6837198" y="2659440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쿠폰 발행 관리</a:t>
            </a:r>
          </a:p>
        </p:txBody>
      </p: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3EEDB656-5C18-4A3F-8E6B-BB072E250335}"/>
              </a:ext>
            </a:extLst>
          </p:cNvPr>
          <p:cNvCxnSpPr>
            <a:cxnSpLocks/>
            <a:stCxn id="116" idx="1"/>
            <a:endCxn id="156" idx="3"/>
          </p:cNvCxnSpPr>
          <p:nvPr/>
        </p:nvCxnSpPr>
        <p:spPr>
          <a:xfrm flipH="1">
            <a:off x="6384905" y="2116059"/>
            <a:ext cx="45229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CA75E8B3-1639-4AB6-B739-2CC6203022C9}"/>
              </a:ext>
            </a:extLst>
          </p:cNvPr>
          <p:cNvCxnSpPr>
            <a:cxnSpLocks/>
            <a:stCxn id="115" idx="3"/>
            <a:endCxn id="124" idx="1"/>
          </p:cNvCxnSpPr>
          <p:nvPr/>
        </p:nvCxnSpPr>
        <p:spPr>
          <a:xfrm>
            <a:off x="6384905" y="1392677"/>
            <a:ext cx="452295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45E609BE-4D00-4E1C-A2DC-249575E45538}"/>
              </a:ext>
            </a:extLst>
          </p:cNvPr>
          <p:cNvCxnSpPr>
            <a:cxnSpLocks/>
            <a:stCxn id="116" idx="0"/>
            <a:endCxn id="124" idx="2"/>
          </p:cNvCxnSpPr>
          <p:nvPr/>
        </p:nvCxnSpPr>
        <p:spPr>
          <a:xfrm flipV="1">
            <a:off x="7647198" y="1572677"/>
            <a:ext cx="2" cy="36338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B411075-2068-48EF-B17C-D1B697311C99}"/>
              </a:ext>
            </a:extLst>
          </p:cNvPr>
          <p:cNvSpPr/>
          <p:nvPr/>
        </p:nvSpPr>
        <p:spPr>
          <a:xfrm>
            <a:off x="4764905" y="193605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쿠폰 목록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A81FAA2C-7451-4410-8A62-AA84ACF5253C}"/>
              </a:ext>
            </a:extLst>
          </p:cNvPr>
          <p:cNvCxnSpPr>
            <a:cxnSpLocks/>
            <a:stCxn id="330" idx="2"/>
            <a:endCxn id="41" idx="3"/>
          </p:cNvCxnSpPr>
          <p:nvPr/>
        </p:nvCxnSpPr>
        <p:spPr>
          <a:xfrm flipH="1" flipV="1">
            <a:off x="1842276" y="3785001"/>
            <a:ext cx="894825" cy="1599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766588BD-5229-4640-8278-4EC87B8D57CA}"/>
              </a:ext>
            </a:extLst>
          </p:cNvPr>
          <p:cNvCxnSpPr>
            <a:cxnSpLocks/>
            <a:stCxn id="219" idx="0"/>
            <a:endCxn id="218" idx="2"/>
          </p:cNvCxnSpPr>
          <p:nvPr/>
        </p:nvCxnSpPr>
        <p:spPr>
          <a:xfrm flipV="1">
            <a:off x="5574905" y="4494216"/>
            <a:ext cx="0" cy="478859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6054106B-232D-4302-BFF5-27C8EB9D9F09}"/>
              </a:ext>
            </a:extLst>
          </p:cNvPr>
          <p:cNvSpPr/>
          <p:nvPr/>
        </p:nvSpPr>
        <p:spPr>
          <a:xfrm>
            <a:off x="2571407" y="6157371"/>
            <a:ext cx="1620000" cy="360000"/>
          </a:xfrm>
          <a:prstGeom prst="rect">
            <a:avLst/>
          </a:prstGeom>
          <a:solidFill>
            <a:srgbClr val="00B0F0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en-US" altLang="ko-KR" sz="1300" b="1" spc="-100" dirty="0">
                <a:solidFill>
                  <a:schemeClr val="bg1"/>
                </a:solidFill>
                <a:latin typeface="+mn-ea"/>
              </a:rPr>
              <a:t>FAQs</a:t>
            </a: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A5CC53E3-2E96-4876-ABC0-7030FAC504E7}"/>
              </a:ext>
            </a:extLst>
          </p:cNvPr>
          <p:cNvSpPr/>
          <p:nvPr/>
        </p:nvSpPr>
        <p:spPr>
          <a:xfrm>
            <a:off x="4764905" y="6157371"/>
            <a:ext cx="1620000" cy="360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en-US" altLang="ko-KR" sz="1300" b="1" spc="-100" dirty="0">
                <a:solidFill>
                  <a:schemeClr val="bg1"/>
                </a:solidFill>
                <a:latin typeface="+mn-ea"/>
              </a:rPr>
              <a:t>FAQs </a:t>
            </a: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목록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C71CAAA9-00B4-4E07-87AC-483AC8B69A29}"/>
              </a:ext>
            </a:extLst>
          </p:cNvPr>
          <p:cNvSpPr/>
          <p:nvPr/>
        </p:nvSpPr>
        <p:spPr>
          <a:xfrm>
            <a:off x="6837198" y="6157371"/>
            <a:ext cx="1620000" cy="360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en-US" altLang="ko-KR" sz="1300" b="1" spc="-100" dirty="0">
                <a:solidFill>
                  <a:schemeClr val="bg1"/>
                </a:solidFill>
                <a:latin typeface="+mn-ea"/>
              </a:rPr>
              <a:t>FAQs </a:t>
            </a: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구분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8FD452A1-14C9-45F1-9B94-2B36A07FBE0A}"/>
              </a:ext>
            </a:extLst>
          </p:cNvPr>
          <p:cNvCxnSpPr>
            <a:cxnSpLocks/>
            <a:stCxn id="262" idx="1"/>
            <a:endCxn id="261" idx="3"/>
          </p:cNvCxnSpPr>
          <p:nvPr/>
        </p:nvCxnSpPr>
        <p:spPr>
          <a:xfrm flipH="1">
            <a:off x="6384905" y="6337371"/>
            <a:ext cx="45229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7CEF1A5D-2969-46CA-A58F-BC32FE7DD5D5}"/>
              </a:ext>
            </a:extLst>
          </p:cNvPr>
          <p:cNvCxnSpPr>
            <a:cxnSpLocks/>
            <a:stCxn id="260" idx="3"/>
            <a:endCxn id="261" idx="1"/>
          </p:cNvCxnSpPr>
          <p:nvPr/>
        </p:nvCxnSpPr>
        <p:spPr>
          <a:xfrm>
            <a:off x="4191407" y="6337371"/>
            <a:ext cx="573498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7C219F4A-903C-4351-BBCD-D4BFD2A2C496}"/>
              </a:ext>
            </a:extLst>
          </p:cNvPr>
          <p:cNvSpPr/>
          <p:nvPr/>
        </p:nvSpPr>
        <p:spPr>
          <a:xfrm>
            <a:off x="2571407" y="4573730"/>
            <a:ext cx="1620000" cy="360000"/>
          </a:xfrm>
          <a:prstGeom prst="rect">
            <a:avLst/>
          </a:prstGeom>
          <a:solidFill>
            <a:srgbClr val="00B0F0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비회원 </a:t>
            </a:r>
            <a:r>
              <a:rPr lang="en-US" altLang="ko-KR" sz="1300" b="1" spc="-100" dirty="0">
                <a:solidFill>
                  <a:schemeClr val="bg1"/>
                </a:solidFill>
                <a:latin typeface="+mn-ea"/>
              </a:rPr>
              <a:t>QA </a:t>
            </a: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02" name="연결선: 꺾임 301">
            <a:extLst>
              <a:ext uri="{FF2B5EF4-FFF2-40B4-BE49-F238E27FC236}">
                <a16:creationId xmlns:a16="http://schemas.microsoft.com/office/drawing/2014/main" id="{41090C21-C437-41D3-9A2D-B14198C0B219}"/>
              </a:ext>
            </a:extLst>
          </p:cNvPr>
          <p:cNvCxnSpPr>
            <a:cxnSpLocks/>
            <a:stCxn id="324" idx="2"/>
            <a:endCxn id="294" idx="1"/>
          </p:cNvCxnSpPr>
          <p:nvPr/>
        </p:nvCxnSpPr>
        <p:spPr>
          <a:xfrm rot="10800000" flipV="1">
            <a:off x="2571407" y="4022170"/>
            <a:ext cx="165694" cy="731560"/>
          </a:xfrm>
          <a:prstGeom prst="bentConnector3">
            <a:avLst>
              <a:gd name="adj1" fmla="val 237965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화살표 연결선 306">
            <a:extLst>
              <a:ext uri="{FF2B5EF4-FFF2-40B4-BE49-F238E27FC236}">
                <a16:creationId xmlns:a16="http://schemas.microsoft.com/office/drawing/2014/main" id="{0292A4B9-63D0-41D9-BA74-1C07675FFFD9}"/>
              </a:ext>
            </a:extLst>
          </p:cNvPr>
          <p:cNvCxnSpPr>
            <a:cxnSpLocks/>
            <a:stCxn id="125" idx="0"/>
            <a:endCxn id="116" idx="2"/>
          </p:cNvCxnSpPr>
          <p:nvPr/>
        </p:nvCxnSpPr>
        <p:spPr>
          <a:xfrm flipV="1">
            <a:off x="7647198" y="2296059"/>
            <a:ext cx="0" cy="36338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연결선: 꺾임 309">
            <a:extLst>
              <a:ext uri="{FF2B5EF4-FFF2-40B4-BE49-F238E27FC236}">
                <a16:creationId xmlns:a16="http://schemas.microsoft.com/office/drawing/2014/main" id="{71B0ABA8-1822-4132-9270-C8BA1DC03A11}"/>
              </a:ext>
            </a:extLst>
          </p:cNvPr>
          <p:cNvCxnSpPr>
            <a:cxnSpLocks/>
            <a:stCxn id="338" idx="6"/>
            <a:endCxn id="125" idx="1"/>
          </p:cNvCxnSpPr>
          <p:nvPr/>
        </p:nvCxnSpPr>
        <p:spPr>
          <a:xfrm flipV="1">
            <a:off x="4025714" y="2839440"/>
            <a:ext cx="2811484" cy="9471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연결선: 꺾임 313">
            <a:extLst>
              <a:ext uri="{FF2B5EF4-FFF2-40B4-BE49-F238E27FC236}">
                <a16:creationId xmlns:a16="http://schemas.microsoft.com/office/drawing/2014/main" id="{D21F1D29-C32F-4BFA-AAE8-ECF5391662B3}"/>
              </a:ext>
            </a:extLst>
          </p:cNvPr>
          <p:cNvCxnSpPr>
            <a:cxnSpLocks/>
            <a:stCxn id="4" idx="3"/>
            <a:endCxn id="115" idx="1"/>
          </p:cNvCxnSpPr>
          <p:nvPr/>
        </p:nvCxnSpPr>
        <p:spPr>
          <a:xfrm flipV="1">
            <a:off x="4191408" y="1392677"/>
            <a:ext cx="573497" cy="32931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연결선: 꺾임 316">
            <a:extLst>
              <a:ext uri="{FF2B5EF4-FFF2-40B4-BE49-F238E27FC236}">
                <a16:creationId xmlns:a16="http://schemas.microsoft.com/office/drawing/2014/main" id="{CF0E39C2-AAFC-4888-B1DC-AC847354A564}"/>
              </a:ext>
            </a:extLst>
          </p:cNvPr>
          <p:cNvCxnSpPr>
            <a:cxnSpLocks/>
            <a:stCxn id="4" idx="3"/>
            <a:endCxn id="156" idx="1"/>
          </p:cNvCxnSpPr>
          <p:nvPr/>
        </p:nvCxnSpPr>
        <p:spPr>
          <a:xfrm>
            <a:off x="4191408" y="1721993"/>
            <a:ext cx="573497" cy="3940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연결선: 꺾임 319">
            <a:extLst>
              <a:ext uri="{FF2B5EF4-FFF2-40B4-BE49-F238E27FC236}">
                <a16:creationId xmlns:a16="http://schemas.microsoft.com/office/drawing/2014/main" id="{1D78E763-AC6D-436F-B0CE-391E04279383}"/>
              </a:ext>
            </a:extLst>
          </p:cNvPr>
          <p:cNvCxnSpPr>
            <a:cxnSpLocks/>
            <a:stCxn id="337" idx="6"/>
            <a:endCxn id="218" idx="1"/>
          </p:cNvCxnSpPr>
          <p:nvPr/>
        </p:nvCxnSpPr>
        <p:spPr>
          <a:xfrm>
            <a:off x="4025714" y="4022170"/>
            <a:ext cx="739191" cy="2920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2FA913C7-EE72-4952-AC16-EABA4AC7EAD4}"/>
              </a:ext>
            </a:extLst>
          </p:cNvPr>
          <p:cNvSpPr/>
          <p:nvPr/>
        </p:nvSpPr>
        <p:spPr>
          <a:xfrm>
            <a:off x="4764905" y="4973075"/>
            <a:ext cx="1620000" cy="360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게시판 목록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AD8A1209-6847-4995-84FA-03C02480EE92}"/>
              </a:ext>
            </a:extLst>
          </p:cNvPr>
          <p:cNvSpPr/>
          <p:nvPr/>
        </p:nvSpPr>
        <p:spPr>
          <a:xfrm>
            <a:off x="6837198" y="4454047"/>
            <a:ext cx="1620000" cy="360000"/>
          </a:xfrm>
          <a:prstGeom prst="rect">
            <a:avLst/>
          </a:prstGeom>
          <a:solidFill>
            <a:srgbClr val="00B0F0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첨부 파일 관리</a:t>
            </a:r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0A8C248E-B3E8-43B8-B914-FDC10743D40A}"/>
              </a:ext>
            </a:extLst>
          </p:cNvPr>
          <p:cNvSpPr/>
          <p:nvPr/>
        </p:nvSpPr>
        <p:spPr>
          <a:xfrm>
            <a:off x="6837198" y="3814385"/>
            <a:ext cx="1620000" cy="360000"/>
          </a:xfrm>
          <a:prstGeom prst="rect">
            <a:avLst/>
          </a:prstGeom>
          <a:solidFill>
            <a:srgbClr val="00B0F0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메인 노출 이미지관리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FB433F33-AE46-4CD8-B211-C3CFBB599683}"/>
              </a:ext>
            </a:extLst>
          </p:cNvPr>
          <p:cNvSpPr/>
          <p:nvPr/>
        </p:nvSpPr>
        <p:spPr>
          <a:xfrm>
            <a:off x="4764905" y="4134216"/>
            <a:ext cx="1620000" cy="360000"/>
          </a:xfrm>
          <a:prstGeom prst="rect">
            <a:avLst/>
          </a:prstGeom>
          <a:solidFill>
            <a:srgbClr val="00B0F0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게시물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59" name="연결선: 꺾임 458">
            <a:extLst>
              <a:ext uri="{FF2B5EF4-FFF2-40B4-BE49-F238E27FC236}">
                <a16:creationId xmlns:a16="http://schemas.microsoft.com/office/drawing/2014/main" id="{6612008E-AED3-4AC1-9835-3A209AC18B1B}"/>
              </a:ext>
            </a:extLst>
          </p:cNvPr>
          <p:cNvCxnSpPr>
            <a:cxnSpLocks/>
            <a:stCxn id="324" idx="2"/>
            <a:endCxn id="260" idx="1"/>
          </p:cNvCxnSpPr>
          <p:nvPr/>
        </p:nvCxnSpPr>
        <p:spPr>
          <a:xfrm rot="10800000" flipV="1">
            <a:off x="2571407" y="4022169"/>
            <a:ext cx="165694" cy="2315201"/>
          </a:xfrm>
          <a:prstGeom prst="bentConnector3">
            <a:avLst>
              <a:gd name="adj1" fmla="val 237965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연결선: 꺾임 472">
            <a:extLst>
              <a:ext uri="{FF2B5EF4-FFF2-40B4-BE49-F238E27FC236}">
                <a16:creationId xmlns:a16="http://schemas.microsoft.com/office/drawing/2014/main" id="{ECEA664B-7CE9-463D-A7FB-0ADC84EA8284}"/>
              </a:ext>
            </a:extLst>
          </p:cNvPr>
          <p:cNvCxnSpPr>
            <a:cxnSpLocks/>
            <a:stCxn id="218" idx="3"/>
            <a:endCxn id="375" idx="1"/>
          </p:cNvCxnSpPr>
          <p:nvPr/>
        </p:nvCxnSpPr>
        <p:spPr>
          <a:xfrm>
            <a:off x="6384905" y="4314216"/>
            <a:ext cx="452293" cy="3198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연결선: 꺾임 475">
            <a:extLst>
              <a:ext uri="{FF2B5EF4-FFF2-40B4-BE49-F238E27FC236}">
                <a16:creationId xmlns:a16="http://schemas.microsoft.com/office/drawing/2014/main" id="{087C1513-A7BD-484C-8454-946FC2D182CA}"/>
              </a:ext>
            </a:extLst>
          </p:cNvPr>
          <p:cNvCxnSpPr>
            <a:cxnSpLocks/>
            <a:stCxn id="218" idx="3"/>
            <a:endCxn id="379" idx="1"/>
          </p:cNvCxnSpPr>
          <p:nvPr/>
        </p:nvCxnSpPr>
        <p:spPr>
          <a:xfrm flipV="1">
            <a:off x="6384905" y="3994385"/>
            <a:ext cx="452293" cy="3198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직사각형 479">
            <a:extLst>
              <a:ext uri="{FF2B5EF4-FFF2-40B4-BE49-F238E27FC236}">
                <a16:creationId xmlns:a16="http://schemas.microsoft.com/office/drawing/2014/main" id="{6C0A8526-2D31-4CF5-953E-E13E5299DA54}"/>
              </a:ext>
            </a:extLst>
          </p:cNvPr>
          <p:cNvSpPr/>
          <p:nvPr/>
        </p:nvSpPr>
        <p:spPr>
          <a:xfrm>
            <a:off x="2571407" y="5333075"/>
            <a:ext cx="1620000" cy="360000"/>
          </a:xfrm>
          <a:prstGeom prst="rect">
            <a:avLst/>
          </a:prstGeom>
          <a:solidFill>
            <a:srgbClr val="00B0F0"/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메인 노출 성과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81" name="연결선: 꺾임 480">
            <a:extLst>
              <a:ext uri="{FF2B5EF4-FFF2-40B4-BE49-F238E27FC236}">
                <a16:creationId xmlns:a16="http://schemas.microsoft.com/office/drawing/2014/main" id="{2835D7DE-30E1-4324-AE55-719CF366FF78}"/>
              </a:ext>
            </a:extLst>
          </p:cNvPr>
          <p:cNvCxnSpPr>
            <a:cxnSpLocks/>
            <a:stCxn id="324" idx="2"/>
            <a:endCxn id="480" idx="1"/>
          </p:cNvCxnSpPr>
          <p:nvPr/>
        </p:nvCxnSpPr>
        <p:spPr>
          <a:xfrm rot="10800000" flipV="1">
            <a:off x="2571407" y="4022169"/>
            <a:ext cx="165694" cy="1490905"/>
          </a:xfrm>
          <a:prstGeom prst="bentConnector3">
            <a:avLst>
              <a:gd name="adj1" fmla="val 237965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0" name="그룹 709">
            <a:extLst>
              <a:ext uri="{FF2B5EF4-FFF2-40B4-BE49-F238E27FC236}">
                <a16:creationId xmlns:a16="http://schemas.microsoft.com/office/drawing/2014/main" id="{CF87096B-BA6D-4199-BCF6-361010E7C2FF}"/>
              </a:ext>
            </a:extLst>
          </p:cNvPr>
          <p:cNvGrpSpPr/>
          <p:nvPr/>
        </p:nvGrpSpPr>
        <p:grpSpPr>
          <a:xfrm>
            <a:off x="2571407" y="3634385"/>
            <a:ext cx="1620000" cy="540000"/>
            <a:chOff x="2571407" y="3634385"/>
            <a:chExt cx="1620000" cy="540000"/>
          </a:xfrm>
        </p:grpSpPr>
        <p:grpSp>
          <p:nvGrpSpPr>
            <p:cNvPr id="497" name="그룹 496">
              <a:extLst>
                <a:ext uri="{FF2B5EF4-FFF2-40B4-BE49-F238E27FC236}">
                  <a16:creationId xmlns:a16="http://schemas.microsoft.com/office/drawing/2014/main" id="{CE68DB68-2038-4A4D-A4A1-BC10D45A0C86}"/>
                </a:ext>
              </a:extLst>
            </p:cNvPr>
            <p:cNvGrpSpPr/>
            <p:nvPr/>
          </p:nvGrpSpPr>
          <p:grpSpPr>
            <a:xfrm>
              <a:off x="2737101" y="3696600"/>
              <a:ext cx="1288613" cy="415570"/>
              <a:chOff x="5208760" y="3227433"/>
              <a:chExt cx="1288613" cy="415570"/>
            </a:xfrm>
          </p:grpSpPr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79EFAE19-E504-4BE0-9129-FF3AAEA4DCBC}"/>
                  </a:ext>
                </a:extLst>
              </p:cNvPr>
              <p:cNvSpPr/>
              <p:nvPr/>
            </p:nvSpPr>
            <p:spPr>
              <a:xfrm>
                <a:off x="5208760" y="3463003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30" name="타원 329">
                <a:extLst>
                  <a:ext uri="{FF2B5EF4-FFF2-40B4-BE49-F238E27FC236}">
                    <a16:creationId xmlns:a16="http://schemas.microsoft.com/office/drawing/2014/main" id="{F3B987B8-0372-40C8-8860-7AB644E4C536}"/>
                  </a:ext>
                </a:extLst>
              </p:cNvPr>
              <p:cNvSpPr/>
              <p:nvPr/>
            </p:nvSpPr>
            <p:spPr>
              <a:xfrm>
                <a:off x="5208760" y="3227433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37" name="타원 336">
                <a:extLst>
                  <a:ext uri="{FF2B5EF4-FFF2-40B4-BE49-F238E27FC236}">
                    <a16:creationId xmlns:a16="http://schemas.microsoft.com/office/drawing/2014/main" id="{15D5B4A9-C5D8-4CF9-A627-1BE26496C76A}"/>
                  </a:ext>
                </a:extLst>
              </p:cNvPr>
              <p:cNvSpPr/>
              <p:nvPr/>
            </p:nvSpPr>
            <p:spPr>
              <a:xfrm>
                <a:off x="6317373" y="3463003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38" name="타원 337">
                <a:extLst>
                  <a:ext uri="{FF2B5EF4-FFF2-40B4-BE49-F238E27FC236}">
                    <a16:creationId xmlns:a16="http://schemas.microsoft.com/office/drawing/2014/main" id="{30623410-0E8D-4C0D-8028-FD91EB83CE0B}"/>
                  </a:ext>
                </a:extLst>
              </p:cNvPr>
              <p:cNvSpPr/>
              <p:nvPr/>
            </p:nvSpPr>
            <p:spPr>
              <a:xfrm>
                <a:off x="6317373" y="3227433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06789B-ADEB-4E98-A084-58DC8B9154E4}"/>
                </a:ext>
              </a:extLst>
            </p:cNvPr>
            <p:cNvSpPr/>
            <p:nvPr/>
          </p:nvSpPr>
          <p:spPr>
            <a:xfrm>
              <a:off x="2571407" y="3634385"/>
              <a:ext cx="1620000" cy="540000"/>
            </a:xfrm>
            <a:prstGeom prst="rect">
              <a:avLst/>
            </a:prstGeom>
            <a:solidFill>
              <a:srgbClr val="002060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100" dirty="0">
                  <a:solidFill>
                    <a:schemeClr val="bg1"/>
                  </a:solidFill>
                  <a:latin typeface="+mn-ea"/>
                </a:rPr>
                <a:t>관리자</a:t>
              </a:r>
              <a:endParaRPr lang="en-US" altLang="ko-KR" sz="1400" b="1" spc="-1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en-US" altLang="ko-KR" sz="1400" b="1" spc="-100" dirty="0">
                  <a:solidFill>
                    <a:schemeClr val="bg1"/>
                  </a:solidFill>
                  <a:latin typeface="+mn-ea"/>
                </a:rPr>
                <a:t>(admin)</a:t>
              </a:r>
              <a:endParaRPr lang="ko-KR" altLang="en-US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14" name="TextBox 713">
            <a:extLst>
              <a:ext uri="{FF2B5EF4-FFF2-40B4-BE49-F238E27FC236}">
                <a16:creationId xmlns:a16="http://schemas.microsoft.com/office/drawing/2014/main" id="{9DADA057-C76F-4BEC-9BC2-4C851CF75584}"/>
              </a:ext>
            </a:extLst>
          </p:cNvPr>
          <p:cNvSpPr txBox="1"/>
          <p:nvPr/>
        </p:nvSpPr>
        <p:spPr>
          <a:xfrm>
            <a:off x="9745433" y="51847"/>
            <a:ext cx="2446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>
                <a:latin typeface="+mn-ea"/>
              </a:rPr>
              <a:t>1.</a:t>
            </a:r>
            <a:r>
              <a:rPr lang="ko-KR" altLang="en-US" sz="1400" b="1" dirty="0">
                <a:latin typeface="+mn-ea"/>
              </a:rPr>
              <a:t>회원 가입 및 쿠폰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포인트</a:t>
            </a:r>
            <a:r>
              <a:rPr lang="en-US" altLang="ko-KR" sz="1400" b="1" dirty="0">
                <a:latin typeface="+mn-ea"/>
              </a:rPr>
              <a:t>)</a:t>
            </a:r>
          </a:p>
          <a:p>
            <a:pPr algn="r"/>
            <a:r>
              <a:rPr lang="en-US" altLang="ko-KR" sz="1400" b="1" dirty="0">
                <a:latin typeface="+mn-ea"/>
              </a:rPr>
              <a:t>2.</a:t>
            </a:r>
            <a:r>
              <a:rPr lang="ko-KR" altLang="en-US" sz="1400" b="1" dirty="0">
                <a:latin typeface="+mn-ea"/>
              </a:rPr>
              <a:t>게시판 및 </a:t>
            </a:r>
            <a:r>
              <a:rPr lang="en-US" altLang="ko-KR" sz="1400" b="1" dirty="0">
                <a:latin typeface="+mn-ea"/>
              </a:rPr>
              <a:t>FAQs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840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F865CC5-47BB-4233-B125-61371212A082}"/>
              </a:ext>
            </a:extLst>
          </p:cNvPr>
          <p:cNvSpPr/>
          <p:nvPr/>
        </p:nvSpPr>
        <p:spPr>
          <a:xfrm>
            <a:off x="2571408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고객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(customer)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C8C88A-F383-40A6-832A-B7E816E39C3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4191408" y="1721992"/>
            <a:ext cx="45373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A94670-22BA-4D91-A3A8-DB164428F4FF}"/>
              </a:ext>
            </a:extLst>
          </p:cNvPr>
          <p:cNvSpPr/>
          <p:nvPr/>
        </p:nvSpPr>
        <p:spPr>
          <a:xfrm>
            <a:off x="210745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법인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AC2B2FC-C11D-4096-9C1E-A872A400D629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1830745" y="1721993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C4531A4-C907-456A-B1EE-411F79C80C59}"/>
              </a:ext>
            </a:extLst>
          </p:cNvPr>
          <p:cNvCxnSpPr>
            <a:cxnSpLocks/>
            <a:stCxn id="152" idx="4"/>
            <a:endCxn id="319" idx="6"/>
          </p:cNvCxnSpPr>
          <p:nvPr/>
        </p:nvCxnSpPr>
        <p:spPr>
          <a:xfrm rot="5400000">
            <a:off x="5302768" y="2305240"/>
            <a:ext cx="1109862" cy="39336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9C686970-45DE-4155-968F-2B4FB6EA2B5E}"/>
              </a:ext>
            </a:extLst>
          </p:cNvPr>
          <p:cNvGrpSpPr/>
          <p:nvPr/>
        </p:nvGrpSpPr>
        <p:grpSpPr>
          <a:xfrm>
            <a:off x="4765910" y="1496991"/>
            <a:ext cx="1378472" cy="450001"/>
            <a:chOff x="5021158" y="1489407"/>
            <a:chExt cx="1378472" cy="450001"/>
          </a:xfrm>
        </p:grpSpPr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18A284AA-D13A-46B8-9A77-C124F4637B7B}"/>
                </a:ext>
              </a:extLst>
            </p:cNvPr>
            <p:cNvSpPr/>
            <p:nvPr/>
          </p:nvSpPr>
          <p:spPr>
            <a:xfrm>
              <a:off x="5021158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D52B7FD6-22B2-48F7-ABD5-2324884C2520}"/>
                </a:ext>
              </a:extLst>
            </p:cNvPr>
            <p:cNvSpPr/>
            <p:nvPr/>
          </p:nvSpPr>
          <p:spPr>
            <a:xfrm>
              <a:off x="6219630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10240283-E484-40B1-99A0-3470628B33F4}"/>
                </a:ext>
              </a:extLst>
            </p:cNvPr>
            <p:cNvSpPr/>
            <p:nvPr/>
          </p:nvSpPr>
          <p:spPr>
            <a:xfrm>
              <a:off x="5021158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4120CAD2-EBDF-4C68-8E91-CA56868E84A2}"/>
                </a:ext>
              </a:extLst>
            </p:cNvPr>
            <p:cNvSpPr/>
            <p:nvPr/>
          </p:nvSpPr>
          <p:spPr>
            <a:xfrm>
              <a:off x="6219630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8917FE2D-7241-4078-A4B3-D4872F6A20DE}"/>
              </a:ext>
            </a:extLst>
          </p:cNvPr>
          <p:cNvSpPr/>
          <p:nvPr/>
        </p:nvSpPr>
        <p:spPr>
          <a:xfrm>
            <a:off x="4045911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55B25D38-3B89-460F-A3D6-0128C923B98D}"/>
              </a:ext>
            </a:extLst>
          </p:cNvPr>
          <p:cNvCxnSpPr>
            <a:cxnSpLocks/>
            <a:stCxn id="158" idx="0"/>
            <a:endCxn id="114" idx="2"/>
          </p:cNvCxnSpPr>
          <p:nvPr/>
        </p:nvCxnSpPr>
        <p:spPr>
          <a:xfrm rot="5400000" flipH="1" flipV="1">
            <a:off x="6410328" y="599897"/>
            <a:ext cx="541148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9B5C4534-2C09-4B84-B7B6-11542113B7D8}"/>
              </a:ext>
            </a:extLst>
          </p:cNvPr>
          <p:cNvSpPr/>
          <p:nvPr/>
        </p:nvSpPr>
        <p:spPr>
          <a:xfrm>
            <a:off x="5244382" y="12256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3E98B6C-58B3-4B4B-B683-C1E1CFBEE656}"/>
              </a:ext>
            </a:extLst>
          </p:cNvPr>
          <p:cNvSpPr/>
          <p:nvPr/>
        </p:nvSpPr>
        <p:spPr>
          <a:xfrm>
            <a:off x="7305071" y="11851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이슈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EC5562-42B3-43C6-8E9C-4945F7C9F02C}"/>
              </a:ext>
            </a:extLst>
          </p:cNvPr>
          <p:cNvCxnSpPr>
            <a:cxnSpLocks/>
            <a:stCxn id="177" idx="0"/>
            <a:endCxn id="198" idx="2"/>
          </p:cNvCxnSpPr>
          <p:nvPr/>
        </p:nvCxnSpPr>
        <p:spPr>
          <a:xfrm flipV="1">
            <a:off x="8110280" y="478519"/>
            <a:ext cx="4791" cy="21592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24A124D1-8704-4AA8-9E70-0711C616B4B1}"/>
              </a:ext>
            </a:extLst>
          </p:cNvPr>
          <p:cNvCxnSpPr>
            <a:cxnSpLocks/>
            <a:stCxn id="190" idx="2"/>
            <a:endCxn id="117" idx="2"/>
          </p:cNvCxnSpPr>
          <p:nvPr/>
        </p:nvCxnSpPr>
        <p:spPr>
          <a:xfrm rot="16200000" flipH="1">
            <a:off x="6525686" y="11259"/>
            <a:ext cx="310432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AADE80E-F8DE-4724-B243-E0C2FD98A1E2}"/>
              </a:ext>
            </a:extLst>
          </p:cNvPr>
          <p:cNvGrpSpPr/>
          <p:nvPr/>
        </p:nvGrpSpPr>
        <p:grpSpPr>
          <a:xfrm>
            <a:off x="7307423" y="702996"/>
            <a:ext cx="180000" cy="342847"/>
            <a:chOff x="7328937" y="702996"/>
            <a:chExt cx="180000" cy="342847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677943B-20C2-4C56-9AF1-C96B90673DE4}"/>
                </a:ext>
              </a:extLst>
            </p:cNvPr>
            <p:cNvSpPr/>
            <p:nvPr/>
          </p:nvSpPr>
          <p:spPr>
            <a:xfrm>
              <a:off x="7328937" y="865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FDBFCEF-DDB7-4975-924A-0C16E15943D1}"/>
                </a:ext>
              </a:extLst>
            </p:cNvPr>
            <p:cNvSpPr/>
            <p:nvPr/>
          </p:nvSpPr>
          <p:spPr>
            <a:xfrm>
              <a:off x="7328937" y="702996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40F85D6B-EFD0-4E48-B8D2-81731423686E}"/>
              </a:ext>
            </a:extLst>
          </p:cNvPr>
          <p:cNvCxnSpPr>
            <a:cxnSpLocks/>
            <a:stCxn id="479" idx="4"/>
            <a:endCxn id="311" idx="0"/>
          </p:cNvCxnSpPr>
          <p:nvPr/>
        </p:nvCxnSpPr>
        <p:spPr>
          <a:xfrm>
            <a:off x="4855910" y="1946992"/>
            <a:ext cx="1" cy="356277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C0CE54BF-5D89-41C8-B5BE-2154C00EC32A}"/>
              </a:ext>
            </a:extLst>
          </p:cNvPr>
          <p:cNvCxnSpPr>
            <a:cxnSpLocks/>
            <a:stCxn id="157" idx="0"/>
            <a:endCxn id="161" idx="2"/>
          </p:cNvCxnSpPr>
          <p:nvPr/>
        </p:nvCxnSpPr>
        <p:spPr>
          <a:xfrm flipV="1">
            <a:off x="4855910" y="1054447"/>
            <a:ext cx="1" cy="442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FE57C5-284C-4AAF-968E-4BB503974A1D}"/>
              </a:ext>
            </a:extLst>
          </p:cNvPr>
          <p:cNvSpPr/>
          <p:nvPr/>
        </p:nvSpPr>
        <p:spPr>
          <a:xfrm>
            <a:off x="4645146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요청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(gb_request)</a:t>
            </a: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9B14905F-C94C-4B44-A01A-7CFBD90F4EA3}"/>
              </a:ext>
            </a:extLst>
          </p:cNvPr>
          <p:cNvSpPr/>
          <p:nvPr/>
        </p:nvSpPr>
        <p:spPr>
          <a:xfrm>
            <a:off x="2128327" y="279144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원천 제품 가격 정보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08" name="연결선: 꺾임 307">
            <a:extLst>
              <a:ext uri="{FF2B5EF4-FFF2-40B4-BE49-F238E27FC236}">
                <a16:creationId xmlns:a16="http://schemas.microsoft.com/office/drawing/2014/main" id="{2D87A41C-ECAD-4D6E-BB98-299A2E171086}"/>
              </a:ext>
            </a:extLst>
          </p:cNvPr>
          <p:cNvCxnSpPr>
            <a:cxnSpLocks/>
            <a:stCxn id="304" idx="1"/>
            <a:endCxn id="305" idx="3"/>
          </p:cNvCxnSpPr>
          <p:nvPr/>
        </p:nvCxnSpPr>
        <p:spPr>
          <a:xfrm rot="10800000">
            <a:off x="3748327" y="2971441"/>
            <a:ext cx="297584" cy="2599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연결선: 꺾임 308">
            <a:extLst>
              <a:ext uri="{FF2B5EF4-FFF2-40B4-BE49-F238E27FC236}">
                <a16:creationId xmlns:a16="http://schemas.microsoft.com/office/drawing/2014/main" id="{7F91927A-EF97-435B-809D-B11C6B92C12E}"/>
              </a:ext>
            </a:extLst>
          </p:cNvPr>
          <p:cNvCxnSpPr>
            <a:cxnSpLocks/>
            <a:stCxn id="304" idx="1"/>
            <a:endCxn id="216" idx="3"/>
          </p:cNvCxnSpPr>
          <p:nvPr/>
        </p:nvCxnSpPr>
        <p:spPr>
          <a:xfrm rot="10800000" flipV="1">
            <a:off x="3748327" y="3231419"/>
            <a:ext cx="297584" cy="2991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339C70CF-9BD1-4C4B-980B-3FC550B65BA3}"/>
              </a:ext>
            </a:extLst>
          </p:cNvPr>
          <p:cNvSpPr/>
          <p:nvPr/>
        </p:nvSpPr>
        <p:spPr>
          <a:xfrm>
            <a:off x="4045911" y="230326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최근 구매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AA8EF092-FC61-468B-A19B-121E9277A1B5}"/>
              </a:ext>
            </a:extLst>
          </p:cNvPr>
          <p:cNvCxnSpPr>
            <a:cxnSpLocks/>
            <a:stCxn id="311" idx="2"/>
            <a:endCxn id="304" idx="0"/>
          </p:cNvCxnSpPr>
          <p:nvPr/>
        </p:nvCxnSpPr>
        <p:spPr>
          <a:xfrm>
            <a:off x="4855911" y="2663269"/>
            <a:ext cx="0" cy="29815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ADC0A713-A58B-44E4-8EA8-AAF11DC832B4}"/>
              </a:ext>
            </a:extLst>
          </p:cNvPr>
          <p:cNvGrpSpPr/>
          <p:nvPr/>
        </p:nvGrpSpPr>
        <p:grpSpPr>
          <a:xfrm>
            <a:off x="4050807" y="2966854"/>
            <a:ext cx="1610208" cy="538656"/>
            <a:chOff x="4910186" y="1455275"/>
            <a:chExt cx="1610208" cy="538656"/>
          </a:xfrm>
        </p:grpSpPr>
        <p:sp>
          <p:nvSpPr>
            <p:cNvPr id="315" name="타원 314">
              <a:extLst>
                <a:ext uri="{FF2B5EF4-FFF2-40B4-BE49-F238E27FC236}">
                  <a16:creationId xmlns:a16="http://schemas.microsoft.com/office/drawing/2014/main" id="{EE7C3BCA-D7D9-4A65-816A-3B5CFCA89C41}"/>
                </a:ext>
              </a:extLst>
            </p:cNvPr>
            <p:cNvSpPr/>
            <p:nvPr/>
          </p:nvSpPr>
          <p:spPr>
            <a:xfrm>
              <a:off x="4910186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316" name="타원 315">
              <a:extLst>
                <a:ext uri="{FF2B5EF4-FFF2-40B4-BE49-F238E27FC236}">
                  <a16:creationId xmlns:a16="http://schemas.microsoft.com/office/drawing/2014/main" id="{5FCC8765-0194-4A7A-B3DF-730F7540D74C}"/>
                </a:ext>
              </a:extLst>
            </p:cNvPr>
            <p:cNvSpPr/>
            <p:nvPr/>
          </p:nvSpPr>
          <p:spPr>
            <a:xfrm>
              <a:off x="6340394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318" name="타원 317">
              <a:extLst>
                <a:ext uri="{FF2B5EF4-FFF2-40B4-BE49-F238E27FC236}">
                  <a16:creationId xmlns:a16="http://schemas.microsoft.com/office/drawing/2014/main" id="{397705DC-E917-4EE7-B63A-313087848519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319" name="타원 318">
              <a:extLst>
                <a:ext uri="{FF2B5EF4-FFF2-40B4-BE49-F238E27FC236}">
                  <a16:creationId xmlns:a16="http://schemas.microsoft.com/office/drawing/2014/main" id="{F60AD67F-75E8-41AE-939A-35BC544D74E4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85DD9339-C8B2-47EB-9681-8BBCF2E50FE4}"/>
              </a:ext>
            </a:extLst>
          </p:cNvPr>
          <p:cNvSpPr/>
          <p:nvPr/>
        </p:nvSpPr>
        <p:spPr>
          <a:xfrm>
            <a:off x="7300280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123C8CE7-4ED6-4C10-A8BA-CDA8D7BE3E21}"/>
              </a:ext>
            </a:extLst>
          </p:cNvPr>
          <p:cNvSpPr/>
          <p:nvPr/>
        </p:nvSpPr>
        <p:spPr>
          <a:xfrm>
            <a:off x="5656120" y="363778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구매 플랫폼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27" name="연결선: 꺾임 326">
            <a:extLst>
              <a:ext uri="{FF2B5EF4-FFF2-40B4-BE49-F238E27FC236}">
                <a16:creationId xmlns:a16="http://schemas.microsoft.com/office/drawing/2014/main" id="{5284A488-DBD4-451F-A15E-93FF2F93870B}"/>
              </a:ext>
            </a:extLst>
          </p:cNvPr>
          <p:cNvCxnSpPr>
            <a:cxnSpLocks/>
            <a:stCxn id="326" idx="1"/>
            <a:endCxn id="316" idx="4"/>
          </p:cNvCxnSpPr>
          <p:nvPr/>
        </p:nvCxnSpPr>
        <p:spPr>
          <a:xfrm rot="10800000">
            <a:off x="5571016" y="3505510"/>
            <a:ext cx="85105" cy="3122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B5F549C4-9CCA-4A7B-A757-C58ED162B43A}"/>
              </a:ext>
            </a:extLst>
          </p:cNvPr>
          <p:cNvSpPr/>
          <p:nvPr/>
        </p:nvSpPr>
        <p:spPr>
          <a:xfrm>
            <a:off x="4045911" y="296141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정보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(og_product)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82F7EAC-11DD-4DEA-98B6-FFD5F6038551}"/>
              </a:ext>
            </a:extLst>
          </p:cNvPr>
          <p:cNvSpPr txBox="1"/>
          <p:nvPr/>
        </p:nvSpPr>
        <p:spPr>
          <a:xfrm>
            <a:off x="10716916" y="51847"/>
            <a:ext cx="1475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>
                <a:latin typeface="+mn-ea"/>
              </a:rPr>
              <a:t>3.</a:t>
            </a:r>
            <a:r>
              <a:rPr lang="ko-KR" altLang="en-US" sz="1400" b="1" dirty="0">
                <a:latin typeface="+mn-ea"/>
              </a:rPr>
              <a:t>공동구매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요청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0BDB9A6-745F-4254-8B5C-645AB87F96CF}"/>
              </a:ext>
            </a:extLst>
          </p:cNvPr>
          <p:cNvSpPr/>
          <p:nvPr/>
        </p:nvSpPr>
        <p:spPr>
          <a:xfrm>
            <a:off x="2128327" y="326061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공급처</a:t>
            </a:r>
            <a:br>
              <a:rPr lang="en-US" altLang="ko-KR" sz="1400" b="1" spc="-100" dirty="0">
                <a:solidFill>
                  <a:schemeClr val="bg1"/>
                </a:solidFill>
                <a:latin typeface="+mn-ea"/>
              </a:rPr>
            </a:b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(og_supplier)</a:t>
            </a:r>
          </a:p>
        </p:txBody>
      </p:sp>
    </p:spTree>
    <p:extLst>
      <p:ext uri="{BB962C8B-B14F-4D97-AF65-F5344CB8AC3E}">
        <p14:creationId xmlns:p14="http://schemas.microsoft.com/office/powerpoint/2010/main" val="388788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F865CC5-47BB-4233-B125-61371212A082}"/>
              </a:ext>
            </a:extLst>
          </p:cNvPr>
          <p:cNvSpPr/>
          <p:nvPr/>
        </p:nvSpPr>
        <p:spPr>
          <a:xfrm>
            <a:off x="2571408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고객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(customer)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C8C88A-F383-40A6-832A-B7E816E39C3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4191408" y="1721992"/>
            <a:ext cx="45373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A94670-22BA-4D91-A3A8-DB164428F4FF}"/>
              </a:ext>
            </a:extLst>
          </p:cNvPr>
          <p:cNvSpPr/>
          <p:nvPr/>
        </p:nvSpPr>
        <p:spPr>
          <a:xfrm>
            <a:off x="210745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법인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AC2B2FC-C11D-4096-9C1E-A872A400D629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1830745" y="1721993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C163063-2956-4CEF-8D7A-4C323DB3420F}"/>
              </a:ext>
            </a:extLst>
          </p:cNvPr>
          <p:cNvSpPr/>
          <p:nvPr/>
        </p:nvSpPr>
        <p:spPr>
          <a:xfrm>
            <a:off x="4045911" y="230326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최근 구매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C4531A4-C907-456A-B1EE-411F79C80C59}"/>
              </a:ext>
            </a:extLst>
          </p:cNvPr>
          <p:cNvCxnSpPr>
            <a:cxnSpLocks/>
            <a:stCxn id="152" idx="4"/>
            <a:endCxn id="76" idx="6"/>
          </p:cNvCxnSpPr>
          <p:nvPr/>
        </p:nvCxnSpPr>
        <p:spPr>
          <a:xfrm rot="5400000">
            <a:off x="5302768" y="2305240"/>
            <a:ext cx="1109862" cy="39336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C9B167A4-6AB4-4619-A906-4BD3100C71E9}"/>
              </a:ext>
            </a:extLst>
          </p:cNvPr>
          <p:cNvCxnSpPr>
            <a:cxnSpLocks/>
            <a:stCxn id="118" idx="2"/>
            <a:endCxn id="80" idx="0"/>
          </p:cNvCxnSpPr>
          <p:nvPr/>
        </p:nvCxnSpPr>
        <p:spPr>
          <a:xfrm>
            <a:off x="4855911" y="2663269"/>
            <a:ext cx="0" cy="29815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9C686970-45DE-4155-968F-2B4FB6EA2B5E}"/>
              </a:ext>
            </a:extLst>
          </p:cNvPr>
          <p:cNvGrpSpPr/>
          <p:nvPr/>
        </p:nvGrpSpPr>
        <p:grpSpPr>
          <a:xfrm>
            <a:off x="4765910" y="1496991"/>
            <a:ext cx="1378472" cy="450001"/>
            <a:chOff x="5021158" y="1489407"/>
            <a:chExt cx="1378472" cy="450001"/>
          </a:xfrm>
        </p:grpSpPr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18A284AA-D13A-46B8-9A77-C124F4637B7B}"/>
                </a:ext>
              </a:extLst>
            </p:cNvPr>
            <p:cNvSpPr/>
            <p:nvPr/>
          </p:nvSpPr>
          <p:spPr>
            <a:xfrm>
              <a:off x="5021158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D52B7FD6-22B2-48F7-ABD5-2324884C2520}"/>
                </a:ext>
              </a:extLst>
            </p:cNvPr>
            <p:cNvSpPr/>
            <p:nvPr/>
          </p:nvSpPr>
          <p:spPr>
            <a:xfrm>
              <a:off x="6219630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10240283-E484-40B1-99A0-3470628B33F4}"/>
                </a:ext>
              </a:extLst>
            </p:cNvPr>
            <p:cNvSpPr/>
            <p:nvPr/>
          </p:nvSpPr>
          <p:spPr>
            <a:xfrm>
              <a:off x="5021158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4120CAD2-EBDF-4C68-8E91-CA56868E84A2}"/>
                </a:ext>
              </a:extLst>
            </p:cNvPr>
            <p:cNvSpPr/>
            <p:nvPr/>
          </p:nvSpPr>
          <p:spPr>
            <a:xfrm>
              <a:off x="6219630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8917FE2D-7241-4078-A4B3-D4872F6A20DE}"/>
              </a:ext>
            </a:extLst>
          </p:cNvPr>
          <p:cNvSpPr/>
          <p:nvPr/>
        </p:nvSpPr>
        <p:spPr>
          <a:xfrm>
            <a:off x="2132836" y="4256703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55B25D38-3B89-460F-A3D6-0128C923B98D}"/>
              </a:ext>
            </a:extLst>
          </p:cNvPr>
          <p:cNvCxnSpPr>
            <a:cxnSpLocks/>
            <a:stCxn id="158" idx="0"/>
            <a:endCxn id="114" idx="2"/>
          </p:cNvCxnSpPr>
          <p:nvPr/>
        </p:nvCxnSpPr>
        <p:spPr>
          <a:xfrm rot="5400000" flipH="1" flipV="1">
            <a:off x="6410328" y="599897"/>
            <a:ext cx="541148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9B5C4534-2C09-4B84-B7B6-11542113B7D8}"/>
              </a:ext>
            </a:extLst>
          </p:cNvPr>
          <p:cNvSpPr/>
          <p:nvPr/>
        </p:nvSpPr>
        <p:spPr>
          <a:xfrm>
            <a:off x="5244382" y="12256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3E98B6C-58B3-4B4B-B683-C1E1CFBEE656}"/>
              </a:ext>
            </a:extLst>
          </p:cNvPr>
          <p:cNvSpPr/>
          <p:nvPr/>
        </p:nvSpPr>
        <p:spPr>
          <a:xfrm>
            <a:off x="7305071" y="11851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이슈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EC5562-42B3-43C6-8E9C-4945F7C9F02C}"/>
              </a:ext>
            </a:extLst>
          </p:cNvPr>
          <p:cNvCxnSpPr>
            <a:cxnSpLocks/>
            <a:stCxn id="177" idx="0"/>
            <a:endCxn id="198" idx="2"/>
          </p:cNvCxnSpPr>
          <p:nvPr/>
        </p:nvCxnSpPr>
        <p:spPr>
          <a:xfrm flipV="1">
            <a:off x="8110280" y="478519"/>
            <a:ext cx="4791" cy="21592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24A124D1-8704-4AA8-9E70-0711C616B4B1}"/>
              </a:ext>
            </a:extLst>
          </p:cNvPr>
          <p:cNvCxnSpPr>
            <a:cxnSpLocks/>
            <a:stCxn id="190" idx="2"/>
            <a:endCxn id="117" idx="2"/>
          </p:cNvCxnSpPr>
          <p:nvPr/>
        </p:nvCxnSpPr>
        <p:spPr>
          <a:xfrm rot="16200000" flipH="1">
            <a:off x="6525686" y="11259"/>
            <a:ext cx="310432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AADE80E-F8DE-4724-B243-E0C2FD98A1E2}"/>
              </a:ext>
            </a:extLst>
          </p:cNvPr>
          <p:cNvGrpSpPr/>
          <p:nvPr/>
        </p:nvGrpSpPr>
        <p:grpSpPr>
          <a:xfrm>
            <a:off x="7307423" y="702996"/>
            <a:ext cx="180000" cy="342847"/>
            <a:chOff x="7328937" y="702996"/>
            <a:chExt cx="180000" cy="342847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677943B-20C2-4C56-9AF1-C96B90673DE4}"/>
                </a:ext>
              </a:extLst>
            </p:cNvPr>
            <p:cNvSpPr/>
            <p:nvPr/>
          </p:nvSpPr>
          <p:spPr>
            <a:xfrm>
              <a:off x="7328937" y="865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FDBFCEF-DDB7-4975-924A-0C16E15943D1}"/>
                </a:ext>
              </a:extLst>
            </p:cNvPr>
            <p:cNvSpPr/>
            <p:nvPr/>
          </p:nvSpPr>
          <p:spPr>
            <a:xfrm>
              <a:off x="7328937" y="702996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40F85D6B-EFD0-4E48-B8D2-81731423686E}"/>
              </a:ext>
            </a:extLst>
          </p:cNvPr>
          <p:cNvCxnSpPr>
            <a:cxnSpLocks/>
            <a:stCxn id="479" idx="4"/>
            <a:endCxn id="118" idx="0"/>
          </p:cNvCxnSpPr>
          <p:nvPr/>
        </p:nvCxnSpPr>
        <p:spPr>
          <a:xfrm>
            <a:off x="4855910" y="1946992"/>
            <a:ext cx="1" cy="356277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C0CE54BF-5D89-41C8-B5BE-2154C00EC32A}"/>
              </a:ext>
            </a:extLst>
          </p:cNvPr>
          <p:cNvCxnSpPr>
            <a:cxnSpLocks/>
            <a:stCxn id="49" idx="1"/>
            <a:endCxn id="161" idx="3"/>
          </p:cNvCxnSpPr>
          <p:nvPr/>
        </p:nvCxnSpPr>
        <p:spPr>
          <a:xfrm flipH="1" flipV="1">
            <a:off x="3752836" y="4436703"/>
            <a:ext cx="293075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822A3F-0D00-4936-927D-A3837352865C}"/>
              </a:ext>
            </a:extLst>
          </p:cNvPr>
          <p:cNvSpPr/>
          <p:nvPr/>
        </p:nvSpPr>
        <p:spPr>
          <a:xfrm>
            <a:off x="210745" y="5860185"/>
            <a:ext cx="1620000" cy="54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검수 업체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(sm_ip_company)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254978-4B64-4428-BF99-08EF03DD32E3}"/>
              </a:ext>
            </a:extLst>
          </p:cNvPr>
          <p:cNvSpPr/>
          <p:nvPr/>
        </p:nvSpPr>
        <p:spPr>
          <a:xfrm>
            <a:off x="210745" y="4776405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검수 업체 등록 관리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E54BE6-7913-4B93-869E-7856CBEC94C2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>
            <a:off x="1020745" y="1991993"/>
            <a:ext cx="0" cy="278441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8DE196F-22AF-4DF8-B6D0-F79974F36A58}"/>
              </a:ext>
            </a:extLst>
          </p:cNvPr>
          <p:cNvCxnSpPr>
            <a:cxnSpLocks/>
            <a:stCxn id="42" idx="0"/>
            <a:endCxn id="45" idx="2"/>
          </p:cNvCxnSpPr>
          <p:nvPr/>
        </p:nvCxnSpPr>
        <p:spPr>
          <a:xfrm flipV="1">
            <a:off x="1020745" y="5136405"/>
            <a:ext cx="0" cy="72378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584404-D3D7-49D5-819C-D26562E90BE5}"/>
              </a:ext>
            </a:extLst>
          </p:cNvPr>
          <p:cNvSpPr/>
          <p:nvPr/>
        </p:nvSpPr>
        <p:spPr>
          <a:xfrm>
            <a:off x="4045911" y="509402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(sample)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CED40F-2171-4277-9277-123B010A129F}"/>
              </a:ext>
            </a:extLst>
          </p:cNvPr>
          <p:cNvSpPr/>
          <p:nvPr/>
        </p:nvSpPr>
        <p:spPr>
          <a:xfrm>
            <a:off x="2128327" y="518402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가격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CE9077F-67EC-4BD3-BD2D-1431133A4BB8}"/>
              </a:ext>
            </a:extLst>
          </p:cNvPr>
          <p:cNvCxnSpPr>
            <a:cxnSpLocks/>
            <a:stCxn id="42" idx="3"/>
            <a:endCxn id="111" idx="1"/>
          </p:cNvCxnSpPr>
          <p:nvPr/>
        </p:nvCxnSpPr>
        <p:spPr>
          <a:xfrm flipV="1">
            <a:off x="1830745" y="6124986"/>
            <a:ext cx="2215166" cy="5199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7F88F7A-BD0A-434A-B075-7F73B176EA2F}"/>
              </a:ext>
            </a:extLst>
          </p:cNvPr>
          <p:cNvCxnSpPr>
            <a:cxnSpLocks/>
            <a:stCxn id="57" idx="2"/>
            <a:endCxn id="111" idx="0"/>
          </p:cNvCxnSpPr>
          <p:nvPr/>
        </p:nvCxnSpPr>
        <p:spPr>
          <a:xfrm>
            <a:off x="4855911" y="5634021"/>
            <a:ext cx="0" cy="31096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1B1BCB0-D675-4BB3-B2A3-0F5B6303EB12}"/>
              </a:ext>
            </a:extLst>
          </p:cNvPr>
          <p:cNvGrpSpPr/>
          <p:nvPr/>
        </p:nvGrpSpPr>
        <p:grpSpPr>
          <a:xfrm>
            <a:off x="4050807" y="2966854"/>
            <a:ext cx="1610208" cy="538656"/>
            <a:chOff x="4910186" y="1455275"/>
            <a:chExt cx="1610208" cy="538656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194AA60-E0DF-4704-9FC3-894BD07FAA6F}"/>
                </a:ext>
              </a:extLst>
            </p:cNvPr>
            <p:cNvSpPr/>
            <p:nvPr/>
          </p:nvSpPr>
          <p:spPr>
            <a:xfrm>
              <a:off x="4910186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480CFFE-F438-4457-9434-A6D3E7D9B469}"/>
                </a:ext>
              </a:extLst>
            </p:cNvPr>
            <p:cNvSpPr/>
            <p:nvPr/>
          </p:nvSpPr>
          <p:spPr>
            <a:xfrm>
              <a:off x="6340394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EFAA8CA-A154-43ED-94B7-D5364C44F748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AABA7DDB-E4CF-4F91-9EFF-2DD749689C94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0A0D9466-1A83-4F58-8AFA-DE0BB9B86183}"/>
              </a:ext>
            </a:extLst>
          </p:cNvPr>
          <p:cNvCxnSpPr>
            <a:cxnSpLocks/>
            <a:stCxn id="80" idx="2"/>
            <a:endCxn id="49" idx="0"/>
          </p:cNvCxnSpPr>
          <p:nvPr/>
        </p:nvCxnSpPr>
        <p:spPr>
          <a:xfrm>
            <a:off x="4855911" y="3501419"/>
            <a:ext cx="0" cy="66528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E4BA0F4A-1FE2-4919-952D-DA6460204043}"/>
              </a:ext>
            </a:extLst>
          </p:cNvPr>
          <p:cNvCxnSpPr>
            <a:cxnSpLocks/>
            <a:stCxn id="57" idx="1"/>
            <a:endCxn id="58" idx="3"/>
          </p:cNvCxnSpPr>
          <p:nvPr/>
        </p:nvCxnSpPr>
        <p:spPr>
          <a:xfrm flipH="1">
            <a:off x="3748327" y="5364021"/>
            <a:ext cx="29758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EE6D517-2056-47B0-8727-E514DFBFA607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4855911" y="4706703"/>
            <a:ext cx="0" cy="38731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71433687-B713-449E-9159-8ECDE074C517}"/>
              </a:ext>
            </a:extLst>
          </p:cNvPr>
          <p:cNvCxnSpPr>
            <a:cxnSpLocks/>
            <a:stCxn id="231" idx="2"/>
            <a:endCxn id="247" idx="0"/>
          </p:cNvCxnSpPr>
          <p:nvPr/>
        </p:nvCxnSpPr>
        <p:spPr>
          <a:xfrm rot="5400000">
            <a:off x="5875896" y="5236128"/>
            <a:ext cx="406647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AA685737-261D-431C-8C6D-7616BCC3CB00}"/>
              </a:ext>
            </a:extLst>
          </p:cNvPr>
          <p:cNvGrpSpPr/>
          <p:nvPr/>
        </p:nvGrpSpPr>
        <p:grpSpPr>
          <a:xfrm>
            <a:off x="4050807" y="4172138"/>
            <a:ext cx="1610208" cy="529131"/>
            <a:chOff x="4910186" y="1455275"/>
            <a:chExt cx="1610208" cy="529131"/>
          </a:xfrm>
        </p:grpSpPr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EC757438-F770-4DD9-AABC-5B436399A48E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98E6E5C-A5E2-40FB-BF7A-A62AD27F8612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70DD970B-937C-4897-B576-28222767D923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65C4AEF-10F4-4847-9508-4811AE06139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81" name="연결선: 꺾임 180">
            <a:extLst>
              <a:ext uri="{FF2B5EF4-FFF2-40B4-BE49-F238E27FC236}">
                <a16:creationId xmlns:a16="http://schemas.microsoft.com/office/drawing/2014/main" id="{C9C4339E-353D-4268-A95F-682936DF8746}"/>
              </a:ext>
            </a:extLst>
          </p:cNvPr>
          <p:cNvCxnSpPr>
            <a:cxnSpLocks/>
            <a:stCxn id="49" idx="3"/>
            <a:endCxn id="114" idx="4"/>
          </p:cNvCxnSpPr>
          <p:nvPr/>
        </p:nvCxnSpPr>
        <p:spPr>
          <a:xfrm flipV="1">
            <a:off x="5665911" y="1045843"/>
            <a:ext cx="1731512" cy="339086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85DD9339-C8B2-47EB-9681-8BBCF2E50FE4}"/>
              </a:ext>
            </a:extLst>
          </p:cNvPr>
          <p:cNvSpPr/>
          <p:nvPr/>
        </p:nvSpPr>
        <p:spPr>
          <a:xfrm>
            <a:off x="7300280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B4916566-F7AA-4A0E-82B5-BD32F66DA3F6}"/>
              </a:ext>
            </a:extLst>
          </p:cNvPr>
          <p:cNvSpPr/>
          <p:nvPr/>
        </p:nvSpPr>
        <p:spPr>
          <a:xfrm>
            <a:off x="5656120" y="363778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구매 플랫폼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23" name="연결선: 꺾임 222">
            <a:extLst>
              <a:ext uri="{FF2B5EF4-FFF2-40B4-BE49-F238E27FC236}">
                <a16:creationId xmlns:a16="http://schemas.microsoft.com/office/drawing/2014/main" id="{5F960C32-ECB1-4EEB-B5CC-DC1404871C9A}"/>
              </a:ext>
            </a:extLst>
          </p:cNvPr>
          <p:cNvCxnSpPr>
            <a:cxnSpLocks/>
            <a:stCxn id="222" idx="1"/>
          </p:cNvCxnSpPr>
          <p:nvPr/>
        </p:nvCxnSpPr>
        <p:spPr>
          <a:xfrm rot="10800000">
            <a:off x="5571016" y="3505510"/>
            <a:ext cx="85105" cy="3122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301FDFF-F789-4235-9E4D-B4BD2074AAAD}"/>
              </a:ext>
            </a:extLst>
          </p:cNvPr>
          <p:cNvSpPr/>
          <p:nvPr/>
        </p:nvSpPr>
        <p:spPr>
          <a:xfrm>
            <a:off x="4045911" y="296141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정보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(og_product)</a:t>
            </a:r>
          </a:p>
        </p:txBody>
      </p:sp>
      <p:cxnSp>
        <p:nvCxnSpPr>
          <p:cNvPr id="230" name="연결선: 꺾임 229">
            <a:extLst>
              <a:ext uri="{FF2B5EF4-FFF2-40B4-BE49-F238E27FC236}">
                <a16:creationId xmlns:a16="http://schemas.microsoft.com/office/drawing/2014/main" id="{76178D54-2025-487F-A6C2-865CDE06E7DF}"/>
              </a:ext>
            </a:extLst>
          </p:cNvPr>
          <p:cNvCxnSpPr>
            <a:cxnSpLocks/>
            <a:stCxn id="175" idx="4"/>
            <a:endCxn id="231" idx="0"/>
          </p:cNvCxnSpPr>
          <p:nvPr/>
        </p:nvCxnSpPr>
        <p:spPr>
          <a:xfrm rot="16200000" flipH="1">
            <a:off x="5839349" y="4432935"/>
            <a:ext cx="479740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771BA24-7A0D-45C7-96E0-6DDB63EE9EE3}"/>
              </a:ext>
            </a:extLst>
          </p:cNvPr>
          <p:cNvSpPr/>
          <p:nvPr/>
        </p:nvSpPr>
        <p:spPr>
          <a:xfrm>
            <a:off x="5777423" y="518100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4EBA783-4D23-4106-A04B-F3343E56BB4F}"/>
              </a:ext>
            </a:extLst>
          </p:cNvPr>
          <p:cNvSpPr/>
          <p:nvPr/>
        </p:nvSpPr>
        <p:spPr>
          <a:xfrm>
            <a:off x="4045911" y="4166704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 신청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(sm_request_mgmt)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37D87ED-D5A6-4A8E-B860-5B27981902BC}"/>
              </a:ext>
            </a:extLst>
          </p:cNvPr>
          <p:cNvSpPr txBox="1"/>
          <p:nvPr/>
        </p:nvSpPr>
        <p:spPr>
          <a:xfrm>
            <a:off x="10503717" y="51847"/>
            <a:ext cx="16882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>
                <a:latin typeface="+mn-ea"/>
              </a:rPr>
              <a:t>4.</a:t>
            </a:r>
            <a:r>
              <a:rPr lang="ko-KR" altLang="en-US" sz="1400" b="1" dirty="0">
                <a:latin typeface="+mn-ea"/>
              </a:rPr>
              <a:t>샘플 신청 관리</a:t>
            </a:r>
            <a:endParaRPr lang="en-US" altLang="ko-KR" sz="1400" b="1" dirty="0">
              <a:latin typeface="+mn-ea"/>
            </a:endParaRPr>
          </a:p>
          <a:p>
            <a:pPr algn="r"/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샘플 검수 업체 선정</a:t>
            </a:r>
            <a:r>
              <a:rPr lang="en-US" altLang="ko-KR" sz="1200" b="1" dirty="0">
                <a:latin typeface="+mn-ea"/>
              </a:rPr>
              <a:t>)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CD97A398-27AE-4596-BBC9-2A34BB9CC01A}"/>
              </a:ext>
            </a:extLst>
          </p:cNvPr>
          <p:cNvGrpSpPr/>
          <p:nvPr/>
        </p:nvGrpSpPr>
        <p:grpSpPr>
          <a:xfrm>
            <a:off x="4050807" y="5947656"/>
            <a:ext cx="1610208" cy="356060"/>
            <a:chOff x="4910186" y="1455275"/>
            <a:chExt cx="1610208" cy="356060"/>
          </a:xfrm>
        </p:grpSpPr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41216954-D9C8-4611-9225-D7BC7346CF34}"/>
                </a:ext>
              </a:extLst>
            </p:cNvPr>
            <p:cNvSpPr/>
            <p:nvPr/>
          </p:nvSpPr>
          <p:spPr>
            <a:xfrm>
              <a:off x="4910186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61DBA8D9-98EE-42D5-A6BD-8D5413F09F61}"/>
                </a:ext>
              </a:extLst>
            </p:cNvPr>
            <p:cNvSpPr/>
            <p:nvPr/>
          </p:nvSpPr>
          <p:spPr>
            <a:xfrm>
              <a:off x="6340394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46" name="타원 245">
              <a:extLst>
                <a:ext uri="{FF2B5EF4-FFF2-40B4-BE49-F238E27FC236}">
                  <a16:creationId xmlns:a16="http://schemas.microsoft.com/office/drawing/2014/main" id="{902B5483-A4EF-4C35-91B2-A759A993AD88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47" name="타원 246">
              <a:extLst>
                <a:ext uri="{FF2B5EF4-FFF2-40B4-BE49-F238E27FC236}">
                  <a16:creationId xmlns:a16="http://schemas.microsoft.com/office/drawing/2014/main" id="{9DD6C635-B8A6-4F54-868A-F829A7AB040F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252" name="연결선: 꺾임 251">
            <a:extLst>
              <a:ext uri="{FF2B5EF4-FFF2-40B4-BE49-F238E27FC236}">
                <a16:creationId xmlns:a16="http://schemas.microsoft.com/office/drawing/2014/main" id="{28E18A7A-0188-4537-ACBA-2B8B433313C9}"/>
              </a:ext>
            </a:extLst>
          </p:cNvPr>
          <p:cNvCxnSpPr>
            <a:cxnSpLocks/>
            <a:stCxn id="80" idx="1"/>
            <a:endCxn id="150" idx="3"/>
          </p:cNvCxnSpPr>
          <p:nvPr/>
        </p:nvCxnSpPr>
        <p:spPr>
          <a:xfrm rot="10800000">
            <a:off x="3748327" y="2971441"/>
            <a:ext cx="297584" cy="2599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연결선: 꺾임 252">
            <a:extLst>
              <a:ext uri="{FF2B5EF4-FFF2-40B4-BE49-F238E27FC236}">
                <a16:creationId xmlns:a16="http://schemas.microsoft.com/office/drawing/2014/main" id="{F873D5D7-DAB9-4938-9C04-FBD2587923A2}"/>
              </a:ext>
            </a:extLst>
          </p:cNvPr>
          <p:cNvCxnSpPr>
            <a:cxnSpLocks/>
            <a:stCxn id="80" idx="1"/>
            <a:endCxn id="145" idx="3"/>
          </p:cNvCxnSpPr>
          <p:nvPr/>
        </p:nvCxnSpPr>
        <p:spPr>
          <a:xfrm rot="10800000" flipV="1">
            <a:off x="3748327" y="3231419"/>
            <a:ext cx="297584" cy="2991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4E7817C8-48B9-4AF5-B16D-92A2DEDBE1F2}"/>
              </a:ext>
            </a:extLst>
          </p:cNvPr>
          <p:cNvSpPr/>
          <p:nvPr/>
        </p:nvSpPr>
        <p:spPr>
          <a:xfrm>
            <a:off x="2128327" y="326061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공급처</a:t>
            </a:r>
            <a:br>
              <a:rPr lang="en-US" altLang="ko-KR" sz="1400" b="1" spc="-100" dirty="0">
                <a:solidFill>
                  <a:schemeClr val="bg1"/>
                </a:solidFill>
                <a:latin typeface="+mn-ea"/>
              </a:rPr>
            </a:b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(og_supplier)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315E2EC-62E3-4BF2-B7E6-AA929AC74E75}"/>
              </a:ext>
            </a:extLst>
          </p:cNvPr>
          <p:cNvSpPr/>
          <p:nvPr/>
        </p:nvSpPr>
        <p:spPr>
          <a:xfrm>
            <a:off x="2128327" y="279144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원천 제품 가격 정보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E4F30779-25E9-4D79-87E8-D99ECAC35A71}"/>
              </a:ext>
            </a:extLst>
          </p:cNvPr>
          <p:cNvSpPr/>
          <p:nvPr/>
        </p:nvSpPr>
        <p:spPr>
          <a:xfrm>
            <a:off x="4045911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72" name="직선 화살표 연결선 271">
            <a:extLst>
              <a:ext uri="{FF2B5EF4-FFF2-40B4-BE49-F238E27FC236}">
                <a16:creationId xmlns:a16="http://schemas.microsoft.com/office/drawing/2014/main" id="{5914F337-9FD1-45D9-AA18-34AC7D8F4FA5}"/>
              </a:ext>
            </a:extLst>
          </p:cNvPr>
          <p:cNvCxnSpPr>
            <a:cxnSpLocks/>
            <a:stCxn id="157" idx="0"/>
            <a:endCxn id="271" idx="2"/>
          </p:cNvCxnSpPr>
          <p:nvPr/>
        </p:nvCxnSpPr>
        <p:spPr>
          <a:xfrm flipV="1">
            <a:off x="4855910" y="1054447"/>
            <a:ext cx="1" cy="442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FE57C5-284C-4AAF-968E-4BB503974A1D}"/>
              </a:ext>
            </a:extLst>
          </p:cNvPr>
          <p:cNvSpPr/>
          <p:nvPr/>
        </p:nvSpPr>
        <p:spPr>
          <a:xfrm>
            <a:off x="4645146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요청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(gb_request)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FD79874-485E-43A5-A626-357D4D175781}"/>
              </a:ext>
            </a:extLst>
          </p:cNvPr>
          <p:cNvSpPr/>
          <p:nvPr/>
        </p:nvSpPr>
        <p:spPr>
          <a:xfrm>
            <a:off x="4045911" y="5944986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검수 관리</a:t>
            </a:r>
          </a:p>
        </p:txBody>
      </p:sp>
    </p:spTree>
    <p:extLst>
      <p:ext uri="{BB962C8B-B14F-4D97-AF65-F5344CB8AC3E}">
        <p14:creationId xmlns:p14="http://schemas.microsoft.com/office/powerpoint/2010/main" val="2662874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584404-D3D7-49D5-819C-D26562E90BE5}"/>
              </a:ext>
            </a:extLst>
          </p:cNvPr>
          <p:cNvSpPr/>
          <p:nvPr/>
        </p:nvSpPr>
        <p:spPr>
          <a:xfrm>
            <a:off x="4045911" y="509402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(sample)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301FDFF-F789-4235-9E4D-B4BD2074AAAD}"/>
              </a:ext>
            </a:extLst>
          </p:cNvPr>
          <p:cNvSpPr/>
          <p:nvPr/>
        </p:nvSpPr>
        <p:spPr>
          <a:xfrm>
            <a:off x="4045911" y="296141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정보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(og_product)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FE57C5-284C-4AAF-968E-4BB503974A1D}"/>
              </a:ext>
            </a:extLst>
          </p:cNvPr>
          <p:cNvSpPr/>
          <p:nvPr/>
        </p:nvSpPr>
        <p:spPr>
          <a:xfrm>
            <a:off x="4645146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요청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(gb_request)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4EBA783-4D23-4106-A04B-F3343E56BB4F}"/>
              </a:ext>
            </a:extLst>
          </p:cNvPr>
          <p:cNvSpPr/>
          <p:nvPr/>
        </p:nvSpPr>
        <p:spPr>
          <a:xfrm>
            <a:off x="4045911" y="4166704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 신청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(sm_request_mgmt)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865CC5-47BB-4233-B125-61371212A082}"/>
              </a:ext>
            </a:extLst>
          </p:cNvPr>
          <p:cNvSpPr/>
          <p:nvPr/>
        </p:nvSpPr>
        <p:spPr>
          <a:xfrm>
            <a:off x="2571408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고객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(customer)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C8C88A-F383-40A6-832A-B7E816E39C3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4191408" y="1721992"/>
            <a:ext cx="45373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A94670-22BA-4D91-A3A8-DB164428F4FF}"/>
              </a:ext>
            </a:extLst>
          </p:cNvPr>
          <p:cNvSpPr/>
          <p:nvPr/>
        </p:nvSpPr>
        <p:spPr>
          <a:xfrm>
            <a:off x="210745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법인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AC2B2FC-C11D-4096-9C1E-A872A400D629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1830745" y="1721993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C163063-2956-4CEF-8D7A-4C323DB3420F}"/>
              </a:ext>
            </a:extLst>
          </p:cNvPr>
          <p:cNvSpPr/>
          <p:nvPr/>
        </p:nvSpPr>
        <p:spPr>
          <a:xfrm>
            <a:off x="4045911" y="230326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최근 구매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C4531A4-C907-456A-B1EE-411F79C80C59}"/>
              </a:ext>
            </a:extLst>
          </p:cNvPr>
          <p:cNvCxnSpPr>
            <a:cxnSpLocks/>
            <a:stCxn id="152" idx="4"/>
            <a:endCxn id="76" idx="6"/>
          </p:cNvCxnSpPr>
          <p:nvPr/>
        </p:nvCxnSpPr>
        <p:spPr>
          <a:xfrm rot="5400000">
            <a:off x="5302768" y="2305240"/>
            <a:ext cx="1109862" cy="39336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C9B167A4-6AB4-4619-A906-4BD3100C71E9}"/>
              </a:ext>
            </a:extLst>
          </p:cNvPr>
          <p:cNvCxnSpPr>
            <a:cxnSpLocks/>
            <a:stCxn id="118" idx="2"/>
            <a:endCxn id="80" idx="0"/>
          </p:cNvCxnSpPr>
          <p:nvPr/>
        </p:nvCxnSpPr>
        <p:spPr>
          <a:xfrm>
            <a:off x="4855911" y="2663269"/>
            <a:ext cx="0" cy="29815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9C686970-45DE-4155-968F-2B4FB6EA2B5E}"/>
              </a:ext>
            </a:extLst>
          </p:cNvPr>
          <p:cNvGrpSpPr/>
          <p:nvPr/>
        </p:nvGrpSpPr>
        <p:grpSpPr>
          <a:xfrm>
            <a:off x="4765910" y="1496991"/>
            <a:ext cx="1378472" cy="450001"/>
            <a:chOff x="5021158" y="1489407"/>
            <a:chExt cx="1378472" cy="450001"/>
          </a:xfrm>
        </p:grpSpPr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18A284AA-D13A-46B8-9A77-C124F4637B7B}"/>
                </a:ext>
              </a:extLst>
            </p:cNvPr>
            <p:cNvSpPr/>
            <p:nvPr/>
          </p:nvSpPr>
          <p:spPr>
            <a:xfrm>
              <a:off x="5021158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D52B7FD6-22B2-48F7-ABD5-2324884C2520}"/>
                </a:ext>
              </a:extLst>
            </p:cNvPr>
            <p:cNvSpPr/>
            <p:nvPr/>
          </p:nvSpPr>
          <p:spPr>
            <a:xfrm>
              <a:off x="6219630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10240283-E484-40B1-99A0-3470628B33F4}"/>
                </a:ext>
              </a:extLst>
            </p:cNvPr>
            <p:cNvSpPr/>
            <p:nvPr/>
          </p:nvSpPr>
          <p:spPr>
            <a:xfrm>
              <a:off x="5021158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4120CAD2-EBDF-4C68-8E91-CA56868E84A2}"/>
                </a:ext>
              </a:extLst>
            </p:cNvPr>
            <p:cNvSpPr/>
            <p:nvPr/>
          </p:nvSpPr>
          <p:spPr>
            <a:xfrm>
              <a:off x="6219630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55B25D38-3B89-460F-A3D6-0128C923B98D}"/>
              </a:ext>
            </a:extLst>
          </p:cNvPr>
          <p:cNvCxnSpPr>
            <a:cxnSpLocks/>
            <a:stCxn id="158" idx="0"/>
            <a:endCxn id="114" idx="2"/>
          </p:cNvCxnSpPr>
          <p:nvPr/>
        </p:nvCxnSpPr>
        <p:spPr>
          <a:xfrm rot="5400000" flipH="1" flipV="1">
            <a:off x="6410328" y="599897"/>
            <a:ext cx="541148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9B5C4534-2C09-4B84-B7B6-11542113B7D8}"/>
              </a:ext>
            </a:extLst>
          </p:cNvPr>
          <p:cNvSpPr/>
          <p:nvPr/>
        </p:nvSpPr>
        <p:spPr>
          <a:xfrm>
            <a:off x="5244382" y="12256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3E98B6C-58B3-4B4B-B683-C1E1CFBEE656}"/>
              </a:ext>
            </a:extLst>
          </p:cNvPr>
          <p:cNvSpPr/>
          <p:nvPr/>
        </p:nvSpPr>
        <p:spPr>
          <a:xfrm>
            <a:off x="7305071" y="11851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이슈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EC5562-42B3-43C6-8E9C-4945F7C9F02C}"/>
              </a:ext>
            </a:extLst>
          </p:cNvPr>
          <p:cNvCxnSpPr>
            <a:cxnSpLocks/>
            <a:stCxn id="177" idx="0"/>
            <a:endCxn id="198" idx="2"/>
          </p:cNvCxnSpPr>
          <p:nvPr/>
        </p:nvCxnSpPr>
        <p:spPr>
          <a:xfrm flipV="1">
            <a:off x="8110280" y="478519"/>
            <a:ext cx="4791" cy="21592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24A124D1-8704-4AA8-9E70-0711C616B4B1}"/>
              </a:ext>
            </a:extLst>
          </p:cNvPr>
          <p:cNvCxnSpPr>
            <a:cxnSpLocks/>
            <a:stCxn id="190" idx="2"/>
            <a:endCxn id="117" idx="2"/>
          </p:cNvCxnSpPr>
          <p:nvPr/>
        </p:nvCxnSpPr>
        <p:spPr>
          <a:xfrm rot="16200000" flipH="1">
            <a:off x="6525686" y="11259"/>
            <a:ext cx="310432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AADE80E-F8DE-4724-B243-E0C2FD98A1E2}"/>
              </a:ext>
            </a:extLst>
          </p:cNvPr>
          <p:cNvGrpSpPr/>
          <p:nvPr/>
        </p:nvGrpSpPr>
        <p:grpSpPr>
          <a:xfrm>
            <a:off x="7307423" y="702996"/>
            <a:ext cx="180000" cy="342847"/>
            <a:chOff x="7328937" y="702996"/>
            <a:chExt cx="180000" cy="342847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677943B-20C2-4C56-9AF1-C96B90673DE4}"/>
                </a:ext>
              </a:extLst>
            </p:cNvPr>
            <p:cNvSpPr/>
            <p:nvPr/>
          </p:nvSpPr>
          <p:spPr>
            <a:xfrm>
              <a:off x="7328937" y="865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FDBFCEF-DDB7-4975-924A-0C16E15943D1}"/>
                </a:ext>
              </a:extLst>
            </p:cNvPr>
            <p:cNvSpPr/>
            <p:nvPr/>
          </p:nvSpPr>
          <p:spPr>
            <a:xfrm>
              <a:off x="7328937" y="702996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40F85D6B-EFD0-4E48-B8D2-81731423686E}"/>
              </a:ext>
            </a:extLst>
          </p:cNvPr>
          <p:cNvCxnSpPr>
            <a:cxnSpLocks/>
            <a:stCxn id="479" idx="4"/>
            <a:endCxn id="118" idx="0"/>
          </p:cNvCxnSpPr>
          <p:nvPr/>
        </p:nvCxnSpPr>
        <p:spPr>
          <a:xfrm>
            <a:off x="4855910" y="1946992"/>
            <a:ext cx="1" cy="356277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254978-4B64-4428-BF99-08EF03DD32E3}"/>
              </a:ext>
            </a:extLst>
          </p:cNvPr>
          <p:cNvSpPr/>
          <p:nvPr/>
        </p:nvSpPr>
        <p:spPr>
          <a:xfrm>
            <a:off x="210745" y="4776405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검수 업체 등록 관리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E54BE6-7913-4B93-869E-7856CBEC94C2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>
            <a:off x="1020745" y="1991993"/>
            <a:ext cx="0" cy="278441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8DE196F-22AF-4DF8-B6D0-F79974F36A58}"/>
              </a:ext>
            </a:extLst>
          </p:cNvPr>
          <p:cNvCxnSpPr>
            <a:cxnSpLocks/>
            <a:stCxn id="109" idx="0"/>
            <a:endCxn id="45" idx="2"/>
          </p:cNvCxnSpPr>
          <p:nvPr/>
        </p:nvCxnSpPr>
        <p:spPr>
          <a:xfrm flipV="1">
            <a:off x="1020745" y="5136405"/>
            <a:ext cx="0" cy="72378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CED40F-2171-4277-9277-123B010A129F}"/>
              </a:ext>
            </a:extLst>
          </p:cNvPr>
          <p:cNvSpPr/>
          <p:nvPr/>
        </p:nvSpPr>
        <p:spPr>
          <a:xfrm>
            <a:off x="2128327" y="518402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가격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1B1BCB0-D675-4BB3-B2A3-0F5B6303EB12}"/>
              </a:ext>
            </a:extLst>
          </p:cNvPr>
          <p:cNvGrpSpPr/>
          <p:nvPr/>
        </p:nvGrpSpPr>
        <p:grpSpPr>
          <a:xfrm>
            <a:off x="4050807" y="2966854"/>
            <a:ext cx="1610208" cy="538656"/>
            <a:chOff x="4910186" y="1455275"/>
            <a:chExt cx="1610208" cy="538656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194AA60-E0DF-4704-9FC3-894BD07FAA6F}"/>
                </a:ext>
              </a:extLst>
            </p:cNvPr>
            <p:cNvSpPr/>
            <p:nvPr/>
          </p:nvSpPr>
          <p:spPr>
            <a:xfrm>
              <a:off x="4910186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480CFFE-F438-4457-9434-A6D3E7D9B469}"/>
                </a:ext>
              </a:extLst>
            </p:cNvPr>
            <p:cNvSpPr/>
            <p:nvPr/>
          </p:nvSpPr>
          <p:spPr>
            <a:xfrm>
              <a:off x="6340394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EFAA8CA-A154-43ED-94B7-D5364C44F748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AABA7DDB-E4CF-4F91-9EFF-2DD749689C94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F7D4A794-2112-4017-99C5-955BF8DA613A}"/>
              </a:ext>
            </a:extLst>
          </p:cNvPr>
          <p:cNvCxnSpPr>
            <a:cxnSpLocks/>
            <a:stCxn id="450" idx="1"/>
            <a:endCxn id="74" idx="4"/>
          </p:cNvCxnSpPr>
          <p:nvPr/>
        </p:nvCxnSpPr>
        <p:spPr>
          <a:xfrm rot="10800000">
            <a:off x="5571016" y="3505510"/>
            <a:ext cx="85105" cy="3122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0A0D9466-1A83-4F58-8AFA-DE0BB9B86183}"/>
              </a:ext>
            </a:extLst>
          </p:cNvPr>
          <p:cNvCxnSpPr>
            <a:cxnSpLocks/>
            <a:stCxn id="80" idx="2"/>
            <a:endCxn id="49" idx="0"/>
          </p:cNvCxnSpPr>
          <p:nvPr/>
        </p:nvCxnSpPr>
        <p:spPr>
          <a:xfrm>
            <a:off x="4855911" y="3501419"/>
            <a:ext cx="0" cy="66528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EE6D517-2056-47B0-8727-E514DFBFA607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4855911" y="4706703"/>
            <a:ext cx="0" cy="38731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AA685737-261D-431C-8C6D-7616BCC3CB00}"/>
              </a:ext>
            </a:extLst>
          </p:cNvPr>
          <p:cNvGrpSpPr/>
          <p:nvPr/>
        </p:nvGrpSpPr>
        <p:grpSpPr>
          <a:xfrm>
            <a:off x="4050807" y="4172138"/>
            <a:ext cx="1610208" cy="529131"/>
            <a:chOff x="4910186" y="1455275"/>
            <a:chExt cx="1610208" cy="529131"/>
          </a:xfrm>
        </p:grpSpPr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EC757438-F770-4DD9-AABC-5B436399A48E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98E6E5C-A5E2-40FB-BF7A-A62AD27F8612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70DD970B-937C-4897-B576-28222767D923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65C4AEF-10F4-4847-9508-4811AE06139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81" name="연결선: 꺾임 180">
            <a:extLst>
              <a:ext uri="{FF2B5EF4-FFF2-40B4-BE49-F238E27FC236}">
                <a16:creationId xmlns:a16="http://schemas.microsoft.com/office/drawing/2014/main" id="{C9C4339E-353D-4268-A95F-682936DF8746}"/>
              </a:ext>
            </a:extLst>
          </p:cNvPr>
          <p:cNvCxnSpPr>
            <a:cxnSpLocks/>
            <a:stCxn id="66" idx="1"/>
            <a:endCxn id="114" idx="4"/>
          </p:cNvCxnSpPr>
          <p:nvPr/>
        </p:nvCxnSpPr>
        <p:spPr>
          <a:xfrm rot="10800000">
            <a:off x="7397424" y="1045844"/>
            <a:ext cx="290025" cy="358074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85DD9339-C8B2-47EB-9681-8BBCF2E50FE4}"/>
              </a:ext>
            </a:extLst>
          </p:cNvPr>
          <p:cNvSpPr/>
          <p:nvPr/>
        </p:nvSpPr>
        <p:spPr>
          <a:xfrm>
            <a:off x="7300280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5783F4ED-B060-4689-BEFC-C8CCC063E11C}"/>
              </a:ext>
            </a:extLst>
          </p:cNvPr>
          <p:cNvCxnSpPr>
            <a:cxnSpLocks/>
            <a:stCxn id="175" idx="4"/>
            <a:endCxn id="55" idx="0"/>
          </p:cNvCxnSpPr>
          <p:nvPr/>
        </p:nvCxnSpPr>
        <p:spPr>
          <a:xfrm rot="16200000" flipH="1">
            <a:off x="5839349" y="4432935"/>
            <a:ext cx="479740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80E83D-30EA-4A77-A59C-EA1834E57B3E}"/>
              </a:ext>
            </a:extLst>
          </p:cNvPr>
          <p:cNvSpPr/>
          <p:nvPr/>
        </p:nvSpPr>
        <p:spPr>
          <a:xfrm>
            <a:off x="7687448" y="4356590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가격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협상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(price_nego_mgmt)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775328D-D506-4FD0-9C8E-6A24AEFC071D}"/>
              </a:ext>
            </a:extLst>
          </p:cNvPr>
          <p:cNvSpPr/>
          <p:nvPr/>
        </p:nvSpPr>
        <p:spPr>
          <a:xfrm>
            <a:off x="7687448" y="5861619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가격</a:t>
            </a:r>
            <a:r>
              <a:rPr lang="en-US" altLang="ko-KR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협상 요청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E0EDE5A-CAFE-44B6-B118-868A52D13EE7}"/>
              </a:ext>
            </a:extLst>
          </p:cNvPr>
          <p:cNvCxnSpPr>
            <a:cxnSpLocks/>
            <a:stCxn id="8" idx="6"/>
            <a:endCxn id="77" idx="1"/>
          </p:cNvCxnSpPr>
          <p:nvPr/>
        </p:nvCxnSpPr>
        <p:spPr>
          <a:xfrm>
            <a:off x="5661015" y="6041619"/>
            <a:ext cx="202643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AE9328B8-04B2-4456-B436-C1E40B6C3D56}"/>
              </a:ext>
            </a:extLst>
          </p:cNvPr>
          <p:cNvCxnSpPr>
            <a:cxnSpLocks/>
            <a:stCxn id="77" idx="0"/>
            <a:endCxn id="66" idx="2"/>
          </p:cNvCxnSpPr>
          <p:nvPr/>
        </p:nvCxnSpPr>
        <p:spPr>
          <a:xfrm flipV="1">
            <a:off x="8497448" y="4896589"/>
            <a:ext cx="0" cy="96503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424397D-0157-44C2-A561-486F459CC6B0}"/>
              </a:ext>
            </a:extLst>
          </p:cNvPr>
          <p:cNvSpPr/>
          <p:nvPr/>
        </p:nvSpPr>
        <p:spPr>
          <a:xfrm>
            <a:off x="9506632" y="444658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구간별 단가 관리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908327F-3FF2-4600-BE0B-05C8650BD00B}"/>
              </a:ext>
            </a:extLst>
          </p:cNvPr>
          <p:cNvSpPr/>
          <p:nvPr/>
        </p:nvSpPr>
        <p:spPr>
          <a:xfrm>
            <a:off x="9501076" y="5861619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가격 협상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4EFCC008-24AC-478D-8290-B178EA60C0F0}"/>
              </a:ext>
            </a:extLst>
          </p:cNvPr>
          <p:cNvCxnSpPr>
            <a:cxnSpLocks/>
            <a:stCxn id="77" idx="3"/>
            <a:endCxn id="112" idx="1"/>
          </p:cNvCxnSpPr>
          <p:nvPr/>
        </p:nvCxnSpPr>
        <p:spPr>
          <a:xfrm>
            <a:off x="9307448" y="6041619"/>
            <a:ext cx="193628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F865A6C-8635-4F2D-A577-D6C008C3FE2B}"/>
              </a:ext>
            </a:extLst>
          </p:cNvPr>
          <p:cNvSpPr/>
          <p:nvPr/>
        </p:nvSpPr>
        <p:spPr>
          <a:xfrm>
            <a:off x="5777423" y="518100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9739E6B7-BD66-4B2C-AA77-59846C49E0A2}"/>
              </a:ext>
            </a:extLst>
          </p:cNvPr>
          <p:cNvGrpSpPr/>
          <p:nvPr/>
        </p:nvGrpSpPr>
        <p:grpSpPr>
          <a:xfrm>
            <a:off x="7692344" y="4362024"/>
            <a:ext cx="1610208" cy="529131"/>
            <a:chOff x="4910186" y="1455275"/>
            <a:chExt cx="1610208" cy="529131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1EC9E5BD-A39C-485B-AF0C-1B388A17E51D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A775D332-DF5D-4928-B2E6-D1C2E44E712B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443EDA1D-8675-4F4E-94D3-21200F13D7CD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BC558391-6F61-40EA-800E-B91A715B314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23B30B80-B163-418C-A5B9-54AB0AA3B2D5}"/>
              </a:ext>
            </a:extLst>
          </p:cNvPr>
          <p:cNvSpPr/>
          <p:nvPr/>
        </p:nvSpPr>
        <p:spPr>
          <a:xfrm>
            <a:off x="7687888" y="3544240"/>
            <a:ext cx="1620000" cy="53999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제품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(b2buy_product)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E250D8D-8268-434C-A125-5BA8BCA9C30F}"/>
              </a:ext>
            </a:extLst>
          </p:cNvPr>
          <p:cNvGrpSpPr/>
          <p:nvPr/>
        </p:nvGrpSpPr>
        <p:grpSpPr>
          <a:xfrm>
            <a:off x="7692784" y="3544910"/>
            <a:ext cx="1610208" cy="538656"/>
            <a:chOff x="4910186" y="1455275"/>
            <a:chExt cx="1610208" cy="538656"/>
          </a:xfrm>
        </p:grpSpPr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010ACE07-0C05-4208-A2AC-9375B2B243EE}"/>
                </a:ext>
              </a:extLst>
            </p:cNvPr>
            <p:cNvSpPr/>
            <p:nvPr/>
          </p:nvSpPr>
          <p:spPr>
            <a:xfrm>
              <a:off x="4910186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334A4456-9179-4A17-81AB-9049501B1AE7}"/>
                </a:ext>
              </a:extLst>
            </p:cNvPr>
            <p:cNvSpPr/>
            <p:nvPr/>
          </p:nvSpPr>
          <p:spPr>
            <a:xfrm>
              <a:off x="6340394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D7274EF8-5711-40DC-BFE4-228253737989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6DA7C515-66E3-46AB-9E6A-5CA7C25C71C7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E61DF47-16EB-4958-9A49-CA58DF5BC6A8}"/>
              </a:ext>
            </a:extLst>
          </p:cNvPr>
          <p:cNvSpPr/>
          <p:nvPr/>
        </p:nvSpPr>
        <p:spPr>
          <a:xfrm>
            <a:off x="9501076" y="354423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 공급처</a:t>
            </a:r>
            <a:b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(b2buy_supplier)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7B0DC5E-7089-4973-AE4A-B96E36A44FED}"/>
              </a:ext>
            </a:extLst>
          </p:cNvPr>
          <p:cNvCxnSpPr>
            <a:cxnSpLocks/>
            <a:stCxn id="474" idx="3"/>
            <a:endCxn id="100" idx="1"/>
          </p:cNvCxnSpPr>
          <p:nvPr/>
        </p:nvCxnSpPr>
        <p:spPr>
          <a:xfrm flipV="1">
            <a:off x="9307888" y="3814239"/>
            <a:ext cx="19318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E2726D-31AE-4BB0-A27B-D586E9E12487}"/>
              </a:ext>
            </a:extLst>
          </p:cNvPr>
          <p:cNvSpPr txBox="1"/>
          <p:nvPr/>
        </p:nvSpPr>
        <p:spPr>
          <a:xfrm>
            <a:off x="9481000" y="51847"/>
            <a:ext cx="2711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>
                <a:latin typeface="+mn-ea"/>
              </a:rPr>
              <a:t>5.</a:t>
            </a:r>
            <a:r>
              <a:rPr lang="ko-KR" altLang="en-US" sz="1400" b="1" dirty="0">
                <a:latin typeface="+mn-ea"/>
              </a:rPr>
              <a:t>가격협상 및 </a:t>
            </a:r>
            <a:r>
              <a:rPr lang="en-US" altLang="ko-KR" sz="1400" b="1" dirty="0">
                <a:latin typeface="+mn-ea"/>
              </a:rPr>
              <a:t>B2BUY</a:t>
            </a:r>
            <a:r>
              <a:rPr lang="ko-KR" altLang="en-US" sz="1400" b="1" dirty="0">
                <a:latin typeface="+mn-ea"/>
              </a:rPr>
              <a:t>제품 등록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3D04A0D8-0D39-413D-AF05-F270DD157BF2}"/>
              </a:ext>
            </a:extLst>
          </p:cNvPr>
          <p:cNvSpPr/>
          <p:nvPr/>
        </p:nvSpPr>
        <p:spPr>
          <a:xfrm>
            <a:off x="4045911" y="5944986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검수 관리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CF77F28-85EA-4B21-827C-1C00C09B478C}"/>
              </a:ext>
            </a:extLst>
          </p:cNvPr>
          <p:cNvSpPr/>
          <p:nvPr/>
        </p:nvSpPr>
        <p:spPr>
          <a:xfrm>
            <a:off x="210745" y="5860185"/>
            <a:ext cx="1620000" cy="54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검수 업체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(sm_ip_company)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F0C480F8-5B79-4033-9DCC-AE3866F7D553}"/>
              </a:ext>
            </a:extLst>
          </p:cNvPr>
          <p:cNvCxnSpPr>
            <a:cxnSpLocks/>
            <a:stCxn id="109" idx="3"/>
            <a:endCxn id="105" idx="1"/>
          </p:cNvCxnSpPr>
          <p:nvPr/>
        </p:nvCxnSpPr>
        <p:spPr>
          <a:xfrm flipV="1">
            <a:off x="1830745" y="6124986"/>
            <a:ext cx="2215166" cy="5199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4D40F9F1-DAEA-45C1-83AC-DB2F103E73D3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4855911" y="5634021"/>
            <a:ext cx="0" cy="31096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E1FF3853-4A67-4244-9CA2-B175609269F3}"/>
              </a:ext>
            </a:extLst>
          </p:cNvPr>
          <p:cNvCxnSpPr>
            <a:cxnSpLocks/>
          </p:cNvCxnSpPr>
          <p:nvPr/>
        </p:nvCxnSpPr>
        <p:spPr>
          <a:xfrm rot="5400000">
            <a:off x="5875896" y="5236128"/>
            <a:ext cx="406647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35324A4-9533-46FF-952D-2E8B4B992DEE}"/>
              </a:ext>
            </a:extLst>
          </p:cNvPr>
          <p:cNvGrpSpPr/>
          <p:nvPr/>
        </p:nvGrpSpPr>
        <p:grpSpPr>
          <a:xfrm>
            <a:off x="4050807" y="5947656"/>
            <a:ext cx="1610208" cy="356060"/>
            <a:chOff x="4910186" y="1455275"/>
            <a:chExt cx="1610208" cy="356060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29B82B6F-A69F-4B40-A327-F4E95E46816C}"/>
                </a:ext>
              </a:extLst>
            </p:cNvPr>
            <p:cNvSpPr/>
            <p:nvPr/>
          </p:nvSpPr>
          <p:spPr>
            <a:xfrm>
              <a:off x="4910186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4F2D8760-A705-4EF2-BB2D-F240276C83D8}"/>
                </a:ext>
              </a:extLst>
            </p:cNvPr>
            <p:cNvSpPr/>
            <p:nvPr/>
          </p:nvSpPr>
          <p:spPr>
            <a:xfrm>
              <a:off x="6340394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387CC5AA-4E92-4ED8-B7BF-3F3E2D9CF4CB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F9F9E72A-0C9F-4BA1-9715-86BFD0EA1675}"/>
              </a:ext>
            </a:extLst>
          </p:cNvPr>
          <p:cNvSpPr/>
          <p:nvPr/>
        </p:nvSpPr>
        <p:spPr>
          <a:xfrm>
            <a:off x="5481015" y="5951619"/>
            <a:ext cx="180000" cy="18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lang="ko-KR" altLang="en-US" sz="2400"/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5295EFA6-4169-408A-8448-391C273488B5}"/>
              </a:ext>
            </a:extLst>
          </p:cNvPr>
          <p:cNvCxnSpPr>
            <a:cxnSpLocks/>
            <a:stCxn id="66" idx="3"/>
            <a:endCxn id="108" idx="1"/>
          </p:cNvCxnSpPr>
          <p:nvPr/>
        </p:nvCxnSpPr>
        <p:spPr>
          <a:xfrm flipV="1">
            <a:off x="9307448" y="4626589"/>
            <a:ext cx="199184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5F285B81-ED06-4F1D-974A-F1A442649969}"/>
              </a:ext>
            </a:extLst>
          </p:cNvPr>
          <p:cNvCxnSpPr>
            <a:cxnSpLocks/>
            <a:stCxn id="66" idx="0"/>
            <a:endCxn id="474" idx="2"/>
          </p:cNvCxnSpPr>
          <p:nvPr/>
        </p:nvCxnSpPr>
        <p:spPr>
          <a:xfrm flipV="1">
            <a:off x="8497448" y="4084239"/>
            <a:ext cx="440" cy="27235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CF785D94-A7BF-4039-995D-5C93791AE3C3}"/>
              </a:ext>
            </a:extLst>
          </p:cNvPr>
          <p:cNvCxnSpPr>
            <a:cxnSpLocks/>
            <a:stCxn id="80" idx="1"/>
            <a:endCxn id="148" idx="3"/>
          </p:cNvCxnSpPr>
          <p:nvPr/>
        </p:nvCxnSpPr>
        <p:spPr>
          <a:xfrm rot="10800000">
            <a:off x="3748327" y="2971441"/>
            <a:ext cx="297584" cy="2599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E6932B05-8B52-4C8F-B7A7-0C250EE3F6BC}"/>
              </a:ext>
            </a:extLst>
          </p:cNvPr>
          <p:cNvCxnSpPr>
            <a:cxnSpLocks/>
            <a:stCxn id="80" idx="1"/>
            <a:endCxn id="147" idx="3"/>
          </p:cNvCxnSpPr>
          <p:nvPr/>
        </p:nvCxnSpPr>
        <p:spPr>
          <a:xfrm rot="10800000" flipV="1">
            <a:off x="3748327" y="3231419"/>
            <a:ext cx="297584" cy="2991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ABA4B5D-8FE7-4EF1-B045-18705514ACBA}"/>
              </a:ext>
            </a:extLst>
          </p:cNvPr>
          <p:cNvSpPr/>
          <p:nvPr/>
        </p:nvSpPr>
        <p:spPr>
          <a:xfrm>
            <a:off x="2128327" y="326061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공급처</a:t>
            </a:r>
            <a:br>
              <a:rPr lang="en-US" altLang="ko-KR" sz="1400" b="1" spc="-100" dirty="0">
                <a:solidFill>
                  <a:schemeClr val="bg1"/>
                </a:solidFill>
                <a:latin typeface="+mn-ea"/>
              </a:rPr>
            </a:b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(og_supplier)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7EDC6C7E-F3CF-454D-A6F1-61CAF9676184}"/>
              </a:ext>
            </a:extLst>
          </p:cNvPr>
          <p:cNvSpPr/>
          <p:nvPr/>
        </p:nvSpPr>
        <p:spPr>
          <a:xfrm>
            <a:off x="2128327" y="279144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원천 제품 가격 정보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5FA9E87-C0AA-4E65-9936-FE25AEC749BC}"/>
              </a:ext>
            </a:extLst>
          </p:cNvPr>
          <p:cNvCxnSpPr>
            <a:cxnSpLocks/>
            <a:stCxn id="57" idx="1"/>
            <a:endCxn id="58" idx="3"/>
          </p:cNvCxnSpPr>
          <p:nvPr/>
        </p:nvCxnSpPr>
        <p:spPr>
          <a:xfrm flipH="1">
            <a:off x="3748327" y="5364021"/>
            <a:ext cx="29758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A7703E3C-0771-48A5-B6B1-6E02E41992B1}"/>
              </a:ext>
            </a:extLst>
          </p:cNvPr>
          <p:cNvCxnSpPr>
            <a:cxnSpLocks/>
            <a:endCxn id="474" idx="1"/>
          </p:cNvCxnSpPr>
          <p:nvPr/>
        </p:nvCxnSpPr>
        <p:spPr>
          <a:xfrm>
            <a:off x="7276120" y="3814239"/>
            <a:ext cx="41176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0CB103CF-A04A-48FF-A431-1920C738DA7D}"/>
              </a:ext>
            </a:extLst>
          </p:cNvPr>
          <p:cNvSpPr/>
          <p:nvPr/>
        </p:nvSpPr>
        <p:spPr>
          <a:xfrm>
            <a:off x="4045911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9D754EB2-4DD5-4F3A-A4CA-FCBC5DC3FAFC}"/>
              </a:ext>
            </a:extLst>
          </p:cNvPr>
          <p:cNvCxnSpPr>
            <a:cxnSpLocks/>
            <a:stCxn id="157" idx="0"/>
            <a:endCxn id="167" idx="2"/>
          </p:cNvCxnSpPr>
          <p:nvPr/>
        </p:nvCxnSpPr>
        <p:spPr>
          <a:xfrm flipV="1">
            <a:off x="4855910" y="1054447"/>
            <a:ext cx="1" cy="442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B932381B-D72C-4F65-90CF-1F66BB0CDDCC}"/>
              </a:ext>
            </a:extLst>
          </p:cNvPr>
          <p:cNvSpPr/>
          <p:nvPr/>
        </p:nvSpPr>
        <p:spPr>
          <a:xfrm>
            <a:off x="5656120" y="363778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구매 플랫폼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FBA7183A-EFC3-4789-A1B1-5D99FD031BA6}"/>
              </a:ext>
            </a:extLst>
          </p:cNvPr>
          <p:cNvSpPr/>
          <p:nvPr/>
        </p:nvSpPr>
        <p:spPr>
          <a:xfrm>
            <a:off x="2132836" y="4256703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B94BF8D8-C66F-49B4-8DB8-35B087794C37}"/>
              </a:ext>
            </a:extLst>
          </p:cNvPr>
          <p:cNvCxnSpPr>
            <a:cxnSpLocks/>
            <a:stCxn id="49" idx="1"/>
            <a:endCxn id="187" idx="3"/>
          </p:cNvCxnSpPr>
          <p:nvPr/>
        </p:nvCxnSpPr>
        <p:spPr>
          <a:xfrm flipH="1" flipV="1">
            <a:off x="3752836" y="4436703"/>
            <a:ext cx="293075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4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584404-D3D7-49D5-819C-D26562E90BE5}"/>
              </a:ext>
            </a:extLst>
          </p:cNvPr>
          <p:cNvSpPr/>
          <p:nvPr/>
        </p:nvSpPr>
        <p:spPr>
          <a:xfrm>
            <a:off x="4045911" y="509402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(sample)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301FDFF-F789-4235-9E4D-B4BD2074AAAD}"/>
              </a:ext>
            </a:extLst>
          </p:cNvPr>
          <p:cNvSpPr/>
          <p:nvPr/>
        </p:nvSpPr>
        <p:spPr>
          <a:xfrm>
            <a:off x="4045911" y="296141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정보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(og_product)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FE57C5-284C-4AAF-968E-4BB503974A1D}"/>
              </a:ext>
            </a:extLst>
          </p:cNvPr>
          <p:cNvSpPr/>
          <p:nvPr/>
        </p:nvSpPr>
        <p:spPr>
          <a:xfrm>
            <a:off x="4645146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요청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(gb_request)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4EBA783-4D23-4106-A04B-F3343E56BB4F}"/>
              </a:ext>
            </a:extLst>
          </p:cNvPr>
          <p:cNvSpPr/>
          <p:nvPr/>
        </p:nvSpPr>
        <p:spPr>
          <a:xfrm>
            <a:off x="4045911" y="4166704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 신청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(sm_request_mgmt)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865CC5-47BB-4233-B125-61371212A082}"/>
              </a:ext>
            </a:extLst>
          </p:cNvPr>
          <p:cNvSpPr/>
          <p:nvPr/>
        </p:nvSpPr>
        <p:spPr>
          <a:xfrm>
            <a:off x="2571408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고객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(customer)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C8C88A-F383-40A6-832A-B7E816E39C3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4191408" y="1721992"/>
            <a:ext cx="45373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A94670-22BA-4D91-A3A8-DB164428F4FF}"/>
              </a:ext>
            </a:extLst>
          </p:cNvPr>
          <p:cNvSpPr/>
          <p:nvPr/>
        </p:nvSpPr>
        <p:spPr>
          <a:xfrm>
            <a:off x="210745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법인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AC2B2FC-C11D-4096-9C1E-A872A400D629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1830745" y="1721993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C163063-2956-4CEF-8D7A-4C323DB3420F}"/>
              </a:ext>
            </a:extLst>
          </p:cNvPr>
          <p:cNvSpPr/>
          <p:nvPr/>
        </p:nvSpPr>
        <p:spPr>
          <a:xfrm>
            <a:off x="4045911" y="230326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최근 구매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C4531A4-C907-456A-B1EE-411F79C80C59}"/>
              </a:ext>
            </a:extLst>
          </p:cNvPr>
          <p:cNvCxnSpPr>
            <a:cxnSpLocks/>
            <a:stCxn id="152" idx="4"/>
            <a:endCxn id="76" idx="6"/>
          </p:cNvCxnSpPr>
          <p:nvPr/>
        </p:nvCxnSpPr>
        <p:spPr>
          <a:xfrm rot="5400000">
            <a:off x="5302768" y="2305240"/>
            <a:ext cx="1109862" cy="39336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C9B167A4-6AB4-4619-A906-4BD3100C71E9}"/>
              </a:ext>
            </a:extLst>
          </p:cNvPr>
          <p:cNvCxnSpPr>
            <a:cxnSpLocks/>
            <a:stCxn id="118" idx="2"/>
            <a:endCxn id="80" idx="0"/>
          </p:cNvCxnSpPr>
          <p:nvPr/>
        </p:nvCxnSpPr>
        <p:spPr>
          <a:xfrm>
            <a:off x="4855911" y="2663269"/>
            <a:ext cx="0" cy="29815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9C686970-45DE-4155-968F-2B4FB6EA2B5E}"/>
              </a:ext>
            </a:extLst>
          </p:cNvPr>
          <p:cNvGrpSpPr/>
          <p:nvPr/>
        </p:nvGrpSpPr>
        <p:grpSpPr>
          <a:xfrm>
            <a:off x="4765910" y="1496991"/>
            <a:ext cx="1378472" cy="450001"/>
            <a:chOff x="5021158" y="1489407"/>
            <a:chExt cx="1378472" cy="450001"/>
          </a:xfrm>
        </p:grpSpPr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18A284AA-D13A-46B8-9A77-C124F4637B7B}"/>
                </a:ext>
              </a:extLst>
            </p:cNvPr>
            <p:cNvSpPr/>
            <p:nvPr/>
          </p:nvSpPr>
          <p:spPr>
            <a:xfrm>
              <a:off x="5021158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D52B7FD6-22B2-48F7-ABD5-2324884C2520}"/>
                </a:ext>
              </a:extLst>
            </p:cNvPr>
            <p:cNvSpPr/>
            <p:nvPr/>
          </p:nvSpPr>
          <p:spPr>
            <a:xfrm>
              <a:off x="6219630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10240283-E484-40B1-99A0-3470628B33F4}"/>
                </a:ext>
              </a:extLst>
            </p:cNvPr>
            <p:cNvSpPr/>
            <p:nvPr/>
          </p:nvSpPr>
          <p:spPr>
            <a:xfrm>
              <a:off x="5021158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4120CAD2-EBDF-4C68-8E91-CA56868E84A2}"/>
                </a:ext>
              </a:extLst>
            </p:cNvPr>
            <p:cNvSpPr/>
            <p:nvPr/>
          </p:nvSpPr>
          <p:spPr>
            <a:xfrm>
              <a:off x="6219630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55B25D38-3B89-460F-A3D6-0128C923B98D}"/>
              </a:ext>
            </a:extLst>
          </p:cNvPr>
          <p:cNvCxnSpPr>
            <a:cxnSpLocks/>
            <a:stCxn id="158" idx="0"/>
            <a:endCxn id="114" idx="2"/>
          </p:cNvCxnSpPr>
          <p:nvPr/>
        </p:nvCxnSpPr>
        <p:spPr>
          <a:xfrm rot="5400000" flipH="1" flipV="1">
            <a:off x="6410328" y="599897"/>
            <a:ext cx="541148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9B5C4534-2C09-4B84-B7B6-11542113B7D8}"/>
              </a:ext>
            </a:extLst>
          </p:cNvPr>
          <p:cNvSpPr/>
          <p:nvPr/>
        </p:nvSpPr>
        <p:spPr>
          <a:xfrm>
            <a:off x="5244382" y="12256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3E98B6C-58B3-4B4B-B683-C1E1CFBEE656}"/>
              </a:ext>
            </a:extLst>
          </p:cNvPr>
          <p:cNvSpPr/>
          <p:nvPr/>
        </p:nvSpPr>
        <p:spPr>
          <a:xfrm>
            <a:off x="7305071" y="11851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이슈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EC5562-42B3-43C6-8E9C-4945F7C9F02C}"/>
              </a:ext>
            </a:extLst>
          </p:cNvPr>
          <p:cNvCxnSpPr>
            <a:cxnSpLocks/>
            <a:stCxn id="177" idx="0"/>
            <a:endCxn id="198" idx="2"/>
          </p:cNvCxnSpPr>
          <p:nvPr/>
        </p:nvCxnSpPr>
        <p:spPr>
          <a:xfrm flipV="1">
            <a:off x="8110280" y="478519"/>
            <a:ext cx="4791" cy="21592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24A124D1-8704-4AA8-9E70-0711C616B4B1}"/>
              </a:ext>
            </a:extLst>
          </p:cNvPr>
          <p:cNvCxnSpPr>
            <a:cxnSpLocks/>
            <a:stCxn id="190" idx="2"/>
            <a:endCxn id="117" idx="2"/>
          </p:cNvCxnSpPr>
          <p:nvPr/>
        </p:nvCxnSpPr>
        <p:spPr>
          <a:xfrm rot="16200000" flipH="1">
            <a:off x="6525686" y="11259"/>
            <a:ext cx="310432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AADE80E-F8DE-4724-B243-E0C2FD98A1E2}"/>
              </a:ext>
            </a:extLst>
          </p:cNvPr>
          <p:cNvGrpSpPr/>
          <p:nvPr/>
        </p:nvGrpSpPr>
        <p:grpSpPr>
          <a:xfrm>
            <a:off x="7307423" y="702996"/>
            <a:ext cx="180000" cy="342847"/>
            <a:chOff x="7328937" y="702996"/>
            <a:chExt cx="180000" cy="342847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677943B-20C2-4C56-9AF1-C96B90673DE4}"/>
                </a:ext>
              </a:extLst>
            </p:cNvPr>
            <p:cNvSpPr/>
            <p:nvPr/>
          </p:nvSpPr>
          <p:spPr>
            <a:xfrm>
              <a:off x="7328937" y="865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FDBFCEF-DDB7-4975-924A-0C16E15943D1}"/>
                </a:ext>
              </a:extLst>
            </p:cNvPr>
            <p:cNvSpPr/>
            <p:nvPr/>
          </p:nvSpPr>
          <p:spPr>
            <a:xfrm>
              <a:off x="7328937" y="702996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40F85D6B-EFD0-4E48-B8D2-81731423686E}"/>
              </a:ext>
            </a:extLst>
          </p:cNvPr>
          <p:cNvCxnSpPr>
            <a:cxnSpLocks/>
            <a:stCxn id="479" idx="4"/>
            <a:endCxn id="118" idx="0"/>
          </p:cNvCxnSpPr>
          <p:nvPr/>
        </p:nvCxnSpPr>
        <p:spPr>
          <a:xfrm>
            <a:off x="4855910" y="1946992"/>
            <a:ext cx="1" cy="356277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254978-4B64-4428-BF99-08EF03DD32E3}"/>
              </a:ext>
            </a:extLst>
          </p:cNvPr>
          <p:cNvSpPr/>
          <p:nvPr/>
        </p:nvSpPr>
        <p:spPr>
          <a:xfrm>
            <a:off x="210745" y="4776405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검수 업체 등록 관리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E54BE6-7913-4B93-869E-7856CBEC94C2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>
            <a:off x="1020745" y="1991993"/>
            <a:ext cx="0" cy="278441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8DE196F-22AF-4DF8-B6D0-F79974F36A58}"/>
              </a:ext>
            </a:extLst>
          </p:cNvPr>
          <p:cNvCxnSpPr>
            <a:cxnSpLocks/>
            <a:stCxn id="109" idx="0"/>
            <a:endCxn id="45" idx="2"/>
          </p:cNvCxnSpPr>
          <p:nvPr/>
        </p:nvCxnSpPr>
        <p:spPr>
          <a:xfrm flipV="1">
            <a:off x="1020745" y="5136405"/>
            <a:ext cx="0" cy="72378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CED40F-2171-4277-9277-123B010A129F}"/>
              </a:ext>
            </a:extLst>
          </p:cNvPr>
          <p:cNvSpPr/>
          <p:nvPr/>
        </p:nvSpPr>
        <p:spPr>
          <a:xfrm>
            <a:off x="2128327" y="518402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가격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1B1BCB0-D675-4BB3-B2A3-0F5B6303EB12}"/>
              </a:ext>
            </a:extLst>
          </p:cNvPr>
          <p:cNvGrpSpPr/>
          <p:nvPr/>
        </p:nvGrpSpPr>
        <p:grpSpPr>
          <a:xfrm>
            <a:off x="4050807" y="2966854"/>
            <a:ext cx="1610208" cy="538656"/>
            <a:chOff x="4910186" y="1455275"/>
            <a:chExt cx="1610208" cy="538656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194AA60-E0DF-4704-9FC3-894BD07FAA6F}"/>
                </a:ext>
              </a:extLst>
            </p:cNvPr>
            <p:cNvSpPr/>
            <p:nvPr/>
          </p:nvSpPr>
          <p:spPr>
            <a:xfrm>
              <a:off x="4910186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480CFFE-F438-4457-9434-A6D3E7D9B469}"/>
                </a:ext>
              </a:extLst>
            </p:cNvPr>
            <p:cNvSpPr/>
            <p:nvPr/>
          </p:nvSpPr>
          <p:spPr>
            <a:xfrm>
              <a:off x="6340394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EFAA8CA-A154-43ED-94B7-D5364C44F748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AABA7DDB-E4CF-4F91-9EFF-2DD749689C94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F7D4A794-2112-4017-99C5-955BF8DA613A}"/>
              </a:ext>
            </a:extLst>
          </p:cNvPr>
          <p:cNvCxnSpPr>
            <a:cxnSpLocks/>
            <a:stCxn id="63" idx="1"/>
            <a:endCxn id="74" idx="4"/>
          </p:cNvCxnSpPr>
          <p:nvPr/>
        </p:nvCxnSpPr>
        <p:spPr>
          <a:xfrm rot="10800000">
            <a:off x="5571016" y="3505510"/>
            <a:ext cx="85105" cy="3122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0A0D9466-1A83-4F58-8AFA-DE0BB9B86183}"/>
              </a:ext>
            </a:extLst>
          </p:cNvPr>
          <p:cNvCxnSpPr>
            <a:cxnSpLocks/>
            <a:stCxn id="80" idx="2"/>
            <a:endCxn id="49" idx="0"/>
          </p:cNvCxnSpPr>
          <p:nvPr/>
        </p:nvCxnSpPr>
        <p:spPr>
          <a:xfrm>
            <a:off x="4855911" y="3501419"/>
            <a:ext cx="0" cy="66528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EE6D517-2056-47B0-8727-E514DFBFA607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4855911" y="4706703"/>
            <a:ext cx="0" cy="38731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AA685737-261D-431C-8C6D-7616BCC3CB00}"/>
              </a:ext>
            </a:extLst>
          </p:cNvPr>
          <p:cNvGrpSpPr/>
          <p:nvPr/>
        </p:nvGrpSpPr>
        <p:grpSpPr>
          <a:xfrm>
            <a:off x="4050807" y="4172138"/>
            <a:ext cx="1610208" cy="529131"/>
            <a:chOff x="4910186" y="1455275"/>
            <a:chExt cx="1610208" cy="529131"/>
          </a:xfrm>
        </p:grpSpPr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EC757438-F770-4DD9-AABC-5B436399A48E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98E6E5C-A5E2-40FB-BF7A-A62AD27F8612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70DD970B-937C-4897-B576-28222767D923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65C4AEF-10F4-4847-9508-4811AE06139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85DD9339-C8B2-47EB-9681-8BBCF2E50FE4}"/>
              </a:ext>
            </a:extLst>
          </p:cNvPr>
          <p:cNvSpPr/>
          <p:nvPr/>
        </p:nvSpPr>
        <p:spPr>
          <a:xfrm>
            <a:off x="7300280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5783F4ED-B060-4689-BEFC-C8CCC063E11C}"/>
              </a:ext>
            </a:extLst>
          </p:cNvPr>
          <p:cNvCxnSpPr>
            <a:cxnSpLocks/>
            <a:stCxn id="175" idx="4"/>
            <a:endCxn id="55" idx="0"/>
          </p:cNvCxnSpPr>
          <p:nvPr/>
        </p:nvCxnSpPr>
        <p:spPr>
          <a:xfrm rot="16200000" flipH="1">
            <a:off x="5839349" y="4432935"/>
            <a:ext cx="479740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80E83D-30EA-4A77-A59C-EA1834E57B3E}"/>
              </a:ext>
            </a:extLst>
          </p:cNvPr>
          <p:cNvSpPr/>
          <p:nvPr/>
        </p:nvSpPr>
        <p:spPr>
          <a:xfrm>
            <a:off x="7687448" y="4356590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가격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협상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(price_nego_mgmt)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775328D-D506-4FD0-9C8E-6A24AEFC071D}"/>
              </a:ext>
            </a:extLst>
          </p:cNvPr>
          <p:cNvSpPr/>
          <p:nvPr/>
        </p:nvSpPr>
        <p:spPr>
          <a:xfrm>
            <a:off x="7687448" y="5861619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가격</a:t>
            </a:r>
            <a:r>
              <a:rPr lang="en-US" altLang="ko-KR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협상 요청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E0EDE5A-CAFE-44B6-B118-868A52D13EE7}"/>
              </a:ext>
            </a:extLst>
          </p:cNvPr>
          <p:cNvCxnSpPr>
            <a:cxnSpLocks/>
            <a:stCxn id="8" idx="6"/>
            <a:endCxn id="77" idx="1"/>
          </p:cNvCxnSpPr>
          <p:nvPr/>
        </p:nvCxnSpPr>
        <p:spPr>
          <a:xfrm>
            <a:off x="5661015" y="6041619"/>
            <a:ext cx="202643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AE9328B8-04B2-4456-B436-C1E40B6C3D56}"/>
              </a:ext>
            </a:extLst>
          </p:cNvPr>
          <p:cNvCxnSpPr>
            <a:cxnSpLocks/>
            <a:stCxn id="77" idx="0"/>
            <a:endCxn id="66" idx="2"/>
          </p:cNvCxnSpPr>
          <p:nvPr/>
        </p:nvCxnSpPr>
        <p:spPr>
          <a:xfrm flipV="1">
            <a:off x="8497448" y="4896589"/>
            <a:ext cx="0" cy="96503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908327F-3FF2-4600-BE0B-05C8650BD00B}"/>
              </a:ext>
            </a:extLst>
          </p:cNvPr>
          <p:cNvSpPr/>
          <p:nvPr/>
        </p:nvSpPr>
        <p:spPr>
          <a:xfrm>
            <a:off x="9501076" y="5861619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가격 협상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4EFCC008-24AC-478D-8290-B178EA60C0F0}"/>
              </a:ext>
            </a:extLst>
          </p:cNvPr>
          <p:cNvCxnSpPr>
            <a:cxnSpLocks/>
            <a:stCxn id="77" idx="3"/>
            <a:endCxn id="112" idx="1"/>
          </p:cNvCxnSpPr>
          <p:nvPr/>
        </p:nvCxnSpPr>
        <p:spPr>
          <a:xfrm>
            <a:off x="9307448" y="6041619"/>
            <a:ext cx="193628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F865A6C-8635-4F2D-A577-D6C008C3FE2B}"/>
              </a:ext>
            </a:extLst>
          </p:cNvPr>
          <p:cNvSpPr/>
          <p:nvPr/>
        </p:nvSpPr>
        <p:spPr>
          <a:xfrm>
            <a:off x="5777423" y="518100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9739E6B7-BD66-4B2C-AA77-59846C49E0A2}"/>
              </a:ext>
            </a:extLst>
          </p:cNvPr>
          <p:cNvGrpSpPr/>
          <p:nvPr/>
        </p:nvGrpSpPr>
        <p:grpSpPr>
          <a:xfrm>
            <a:off x="7692344" y="4362024"/>
            <a:ext cx="1610208" cy="529131"/>
            <a:chOff x="4910186" y="1455275"/>
            <a:chExt cx="1610208" cy="529131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1EC9E5BD-A39C-485B-AF0C-1B388A17E51D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A775D332-DF5D-4928-B2E6-D1C2E44E712B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443EDA1D-8675-4F4E-94D3-21200F13D7CD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BC558391-6F61-40EA-800E-B91A715B314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CE2726D-31AE-4BB0-A27B-D586E9E12487}"/>
              </a:ext>
            </a:extLst>
          </p:cNvPr>
          <p:cNvSpPr txBox="1"/>
          <p:nvPr/>
        </p:nvSpPr>
        <p:spPr>
          <a:xfrm>
            <a:off x="10716916" y="51847"/>
            <a:ext cx="1475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>
                <a:latin typeface="+mn-ea"/>
              </a:rPr>
              <a:t>6.</a:t>
            </a:r>
            <a:r>
              <a:rPr lang="ko-KR" altLang="en-US" sz="1400" b="1" dirty="0">
                <a:latin typeface="+mn-ea"/>
              </a:rPr>
              <a:t>공동구매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참여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3D04A0D8-0D39-413D-AF05-F270DD157BF2}"/>
              </a:ext>
            </a:extLst>
          </p:cNvPr>
          <p:cNvSpPr/>
          <p:nvPr/>
        </p:nvSpPr>
        <p:spPr>
          <a:xfrm>
            <a:off x="4045911" y="5944986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검수 관리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CF77F28-85EA-4B21-827C-1C00C09B478C}"/>
              </a:ext>
            </a:extLst>
          </p:cNvPr>
          <p:cNvSpPr/>
          <p:nvPr/>
        </p:nvSpPr>
        <p:spPr>
          <a:xfrm>
            <a:off x="210745" y="5860185"/>
            <a:ext cx="1620000" cy="54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검수 업체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(sm_ip_company)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F0C480F8-5B79-4033-9DCC-AE3866F7D553}"/>
              </a:ext>
            </a:extLst>
          </p:cNvPr>
          <p:cNvCxnSpPr>
            <a:cxnSpLocks/>
            <a:stCxn id="109" idx="3"/>
            <a:endCxn id="105" idx="1"/>
          </p:cNvCxnSpPr>
          <p:nvPr/>
        </p:nvCxnSpPr>
        <p:spPr>
          <a:xfrm flipV="1">
            <a:off x="1830745" y="6124986"/>
            <a:ext cx="2215166" cy="5199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4D40F9F1-DAEA-45C1-83AC-DB2F103E73D3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4855911" y="5634021"/>
            <a:ext cx="0" cy="31096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E1FF3853-4A67-4244-9CA2-B175609269F3}"/>
              </a:ext>
            </a:extLst>
          </p:cNvPr>
          <p:cNvCxnSpPr>
            <a:cxnSpLocks/>
          </p:cNvCxnSpPr>
          <p:nvPr/>
        </p:nvCxnSpPr>
        <p:spPr>
          <a:xfrm rot="5400000">
            <a:off x="5875896" y="5236128"/>
            <a:ext cx="406647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35324A4-9533-46FF-952D-2E8B4B992DEE}"/>
              </a:ext>
            </a:extLst>
          </p:cNvPr>
          <p:cNvGrpSpPr/>
          <p:nvPr/>
        </p:nvGrpSpPr>
        <p:grpSpPr>
          <a:xfrm>
            <a:off x="4050807" y="5947656"/>
            <a:ext cx="1610208" cy="356060"/>
            <a:chOff x="4910186" y="1455275"/>
            <a:chExt cx="1610208" cy="356060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29B82B6F-A69F-4B40-A327-F4E95E46816C}"/>
                </a:ext>
              </a:extLst>
            </p:cNvPr>
            <p:cNvSpPr/>
            <p:nvPr/>
          </p:nvSpPr>
          <p:spPr>
            <a:xfrm>
              <a:off x="4910186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4F2D8760-A705-4EF2-BB2D-F240276C83D8}"/>
                </a:ext>
              </a:extLst>
            </p:cNvPr>
            <p:cNvSpPr/>
            <p:nvPr/>
          </p:nvSpPr>
          <p:spPr>
            <a:xfrm>
              <a:off x="6340394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387CC5AA-4E92-4ED8-B7BF-3F3E2D9CF4CB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F9F9E72A-0C9F-4BA1-9715-86BFD0EA1675}"/>
              </a:ext>
            </a:extLst>
          </p:cNvPr>
          <p:cNvSpPr/>
          <p:nvPr/>
        </p:nvSpPr>
        <p:spPr>
          <a:xfrm>
            <a:off x="5481015" y="5951619"/>
            <a:ext cx="180000" cy="18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lang="ko-KR" altLang="en-US" sz="2400"/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5F285B81-ED06-4F1D-974A-F1A442649969}"/>
              </a:ext>
            </a:extLst>
          </p:cNvPr>
          <p:cNvCxnSpPr>
            <a:cxnSpLocks/>
            <a:stCxn id="66" idx="0"/>
            <a:endCxn id="131" idx="2"/>
          </p:cNvCxnSpPr>
          <p:nvPr/>
        </p:nvCxnSpPr>
        <p:spPr>
          <a:xfrm flipV="1">
            <a:off x="8497448" y="4084239"/>
            <a:ext cx="440" cy="27235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CF785D94-A7BF-4039-995D-5C93791AE3C3}"/>
              </a:ext>
            </a:extLst>
          </p:cNvPr>
          <p:cNvCxnSpPr>
            <a:cxnSpLocks/>
            <a:stCxn id="80" idx="1"/>
            <a:endCxn id="148" idx="3"/>
          </p:cNvCxnSpPr>
          <p:nvPr/>
        </p:nvCxnSpPr>
        <p:spPr>
          <a:xfrm rot="10800000">
            <a:off x="3748327" y="2971441"/>
            <a:ext cx="297584" cy="2599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E6932B05-8B52-4C8F-B7A7-0C250EE3F6BC}"/>
              </a:ext>
            </a:extLst>
          </p:cNvPr>
          <p:cNvCxnSpPr>
            <a:cxnSpLocks/>
            <a:stCxn id="80" idx="1"/>
            <a:endCxn id="147" idx="3"/>
          </p:cNvCxnSpPr>
          <p:nvPr/>
        </p:nvCxnSpPr>
        <p:spPr>
          <a:xfrm rot="10800000" flipV="1">
            <a:off x="3748327" y="3231419"/>
            <a:ext cx="297584" cy="2991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ABA4B5D-8FE7-4EF1-B045-18705514ACBA}"/>
              </a:ext>
            </a:extLst>
          </p:cNvPr>
          <p:cNvSpPr/>
          <p:nvPr/>
        </p:nvSpPr>
        <p:spPr>
          <a:xfrm>
            <a:off x="2128327" y="326061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공급처</a:t>
            </a:r>
            <a:br>
              <a:rPr lang="en-US" altLang="ko-KR" sz="1400" b="1" spc="-100" dirty="0">
                <a:solidFill>
                  <a:schemeClr val="bg1"/>
                </a:solidFill>
                <a:latin typeface="+mn-ea"/>
              </a:rPr>
            </a:b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(og_supplier)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7EDC6C7E-F3CF-454D-A6F1-61CAF9676184}"/>
              </a:ext>
            </a:extLst>
          </p:cNvPr>
          <p:cNvSpPr/>
          <p:nvPr/>
        </p:nvSpPr>
        <p:spPr>
          <a:xfrm>
            <a:off x="2128327" y="279144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원천 제품 가격 정보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5FA9E87-C0AA-4E65-9936-FE25AEC749BC}"/>
              </a:ext>
            </a:extLst>
          </p:cNvPr>
          <p:cNvCxnSpPr>
            <a:cxnSpLocks/>
            <a:stCxn id="57" idx="1"/>
            <a:endCxn id="58" idx="3"/>
          </p:cNvCxnSpPr>
          <p:nvPr/>
        </p:nvCxnSpPr>
        <p:spPr>
          <a:xfrm flipH="1">
            <a:off x="3748327" y="5364021"/>
            <a:ext cx="29758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7CCAD6D-8693-42D7-A7DC-4EF8158D7D06}"/>
              </a:ext>
            </a:extLst>
          </p:cNvPr>
          <p:cNvSpPr/>
          <p:nvPr/>
        </p:nvSpPr>
        <p:spPr>
          <a:xfrm>
            <a:off x="9506632" y="444658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구간별 단가 관리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9BE131D-CF0E-4DBA-BA69-D31244F6C4A6}"/>
              </a:ext>
            </a:extLst>
          </p:cNvPr>
          <p:cNvCxnSpPr>
            <a:cxnSpLocks/>
            <a:stCxn id="66" idx="3"/>
            <a:endCxn id="94" idx="1"/>
          </p:cNvCxnSpPr>
          <p:nvPr/>
        </p:nvCxnSpPr>
        <p:spPr>
          <a:xfrm flipV="1">
            <a:off x="9307448" y="4626589"/>
            <a:ext cx="199184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5D00F9F-A2CB-4F5D-9B0B-8DF8FFA12AEB}"/>
              </a:ext>
            </a:extLst>
          </p:cNvPr>
          <p:cNvSpPr/>
          <p:nvPr/>
        </p:nvSpPr>
        <p:spPr>
          <a:xfrm>
            <a:off x="7300280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참여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(gb_participation)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E93AB128-F27A-43CB-B5A2-DECFE628C2B3}"/>
              </a:ext>
            </a:extLst>
          </p:cNvPr>
          <p:cNvCxnSpPr>
            <a:cxnSpLocks/>
            <a:stCxn id="14" idx="3"/>
            <a:endCxn id="98" idx="1"/>
          </p:cNvCxnSpPr>
          <p:nvPr/>
        </p:nvCxnSpPr>
        <p:spPr>
          <a:xfrm>
            <a:off x="6265146" y="1721992"/>
            <a:ext cx="103513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277EE341-3B74-4761-88E5-1FABC86F1200}"/>
              </a:ext>
            </a:extLst>
          </p:cNvPr>
          <p:cNvCxnSpPr>
            <a:cxnSpLocks/>
            <a:stCxn id="98" idx="0"/>
            <a:endCxn id="177" idx="2"/>
          </p:cNvCxnSpPr>
          <p:nvPr/>
        </p:nvCxnSpPr>
        <p:spPr>
          <a:xfrm flipV="1">
            <a:off x="8110280" y="1054447"/>
            <a:ext cx="0" cy="39754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AD27E5C9-CCE4-46DC-88AB-539C2D31AC83}"/>
              </a:ext>
            </a:extLst>
          </p:cNvPr>
          <p:cNvGrpSpPr/>
          <p:nvPr/>
        </p:nvGrpSpPr>
        <p:grpSpPr>
          <a:xfrm>
            <a:off x="7421044" y="1457831"/>
            <a:ext cx="1378472" cy="527261"/>
            <a:chOff x="5021158" y="1492582"/>
            <a:chExt cx="1378472" cy="527261"/>
          </a:xfrm>
        </p:grpSpPr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7CE42C73-D274-4A64-94E7-AD3175CB12B4}"/>
                </a:ext>
              </a:extLst>
            </p:cNvPr>
            <p:cNvSpPr/>
            <p:nvPr/>
          </p:nvSpPr>
          <p:spPr>
            <a:xfrm>
              <a:off x="5021158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146CAB3A-BD32-40CB-B717-FEB06BE51BE6}"/>
                </a:ext>
              </a:extLst>
            </p:cNvPr>
            <p:cNvSpPr/>
            <p:nvPr/>
          </p:nvSpPr>
          <p:spPr>
            <a:xfrm>
              <a:off x="6219630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28BE54D6-12FA-4CEE-82FB-1158E8EFAD9E}"/>
                </a:ext>
              </a:extLst>
            </p:cNvPr>
            <p:cNvSpPr/>
            <p:nvPr/>
          </p:nvSpPr>
          <p:spPr>
            <a:xfrm>
              <a:off x="5021158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B555ECA5-5E6D-4D6F-9CDA-6B10ED5E22DD}"/>
                </a:ext>
              </a:extLst>
            </p:cNvPr>
            <p:cNvSpPr/>
            <p:nvPr/>
          </p:nvSpPr>
          <p:spPr>
            <a:xfrm>
              <a:off x="6219630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77778FF-EA88-43EF-9378-713113BEA0AA}"/>
              </a:ext>
            </a:extLst>
          </p:cNvPr>
          <p:cNvSpPr/>
          <p:nvPr/>
        </p:nvSpPr>
        <p:spPr>
          <a:xfrm>
            <a:off x="9096916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참여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3F24ADF6-E997-400D-8273-6F24D6DC3B6D}"/>
              </a:ext>
            </a:extLst>
          </p:cNvPr>
          <p:cNvCxnSpPr>
            <a:cxnSpLocks/>
            <a:stCxn id="125" idx="0"/>
            <a:endCxn id="126" idx="2"/>
          </p:cNvCxnSpPr>
          <p:nvPr/>
        </p:nvCxnSpPr>
        <p:spPr>
          <a:xfrm rot="5400000" flipH="1" flipV="1">
            <a:off x="9106524" y="657439"/>
            <a:ext cx="403384" cy="11974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71F5E57-75BF-468C-B4E0-DBFDEFA10D00}"/>
              </a:ext>
            </a:extLst>
          </p:cNvPr>
          <p:cNvSpPr/>
          <p:nvPr/>
        </p:nvSpPr>
        <p:spPr>
          <a:xfrm>
            <a:off x="7300280" y="2325521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공동구매 생성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(gb_creation)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0C5A39C2-5EB0-4ADA-8467-D0B7CE23B2F0}"/>
              </a:ext>
            </a:extLst>
          </p:cNvPr>
          <p:cNvSpPr/>
          <p:nvPr/>
        </p:nvSpPr>
        <p:spPr>
          <a:xfrm>
            <a:off x="7687888" y="3544240"/>
            <a:ext cx="1620000" cy="53999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제품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(b2buy_product)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8A05DF4-42E7-49F0-ADE2-4DB499F090BC}"/>
              </a:ext>
            </a:extLst>
          </p:cNvPr>
          <p:cNvSpPr/>
          <p:nvPr/>
        </p:nvSpPr>
        <p:spPr>
          <a:xfrm>
            <a:off x="9501076" y="354423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 공급처</a:t>
            </a:r>
            <a:b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(b2buy_supplier)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72B54752-2DC3-4E3C-96B3-AAFAB4B05120}"/>
              </a:ext>
            </a:extLst>
          </p:cNvPr>
          <p:cNvCxnSpPr>
            <a:cxnSpLocks/>
            <a:stCxn id="63" idx="3"/>
            <a:endCxn id="131" idx="1"/>
          </p:cNvCxnSpPr>
          <p:nvPr/>
        </p:nvCxnSpPr>
        <p:spPr>
          <a:xfrm flipV="1">
            <a:off x="7276120" y="3814240"/>
            <a:ext cx="411768" cy="3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ABA73260-C030-45FB-8C64-0E07CF0F597E}"/>
              </a:ext>
            </a:extLst>
          </p:cNvPr>
          <p:cNvCxnSpPr>
            <a:cxnSpLocks/>
            <a:stCxn id="66" idx="1"/>
          </p:cNvCxnSpPr>
          <p:nvPr/>
        </p:nvCxnSpPr>
        <p:spPr>
          <a:xfrm rot="10800000">
            <a:off x="7397428" y="1045848"/>
            <a:ext cx="290021" cy="3580743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7C1CDC80-927B-493C-821D-9882CD83369E}"/>
              </a:ext>
            </a:extLst>
          </p:cNvPr>
          <p:cNvCxnSpPr>
            <a:cxnSpLocks/>
            <a:stCxn id="131" idx="3"/>
            <a:endCxn id="134" idx="1"/>
          </p:cNvCxnSpPr>
          <p:nvPr/>
        </p:nvCxnSpPr>
        <p:spPr>
          <a:xfrm flipV="1">
            <a:off x="9307888" y="3814239"/>
            <a:ext cx="19318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CBF54099-55C6-4974-97B1-2769F9642356}"/>
              </a:ext>
            </a:extLst>
          </p:cNvPr>
          <p:cNvSpPr/>
          <p:nvPr/>
        </p:nvSpPr>
        <p:spPr>
          <a:xfrm>
            <a:off x="4045911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EB52CC68-053F-4133-A286-CA999744908F}"/>
              </a:ext>
            </a:extLst>
          </p:cNvPr>
          <p:cNvCxnSpPr>
            <a:cxnSpLocks/>
            <a:stCxn id="157" idx="0"/>
            <a:endCxn id="138" idx="2"/>
          </p:cNvCxnSpPr>
          <p:nvPr/>
        </p:nvCxnSpPr>
        <p:spPr>
          <a:xfrm flipV="1">
            <a:off x="4855910" y="1054447"/>
            <a:ext cx="1" cy="442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225A6944-5CE8-43C9-94CD-05347CAE7701}"/>
              </a:ext>
            </a:extLst>
          </p:cNvPr>
          <p:cNvCxnSpPr>
            <a:cxnSpLocks/>
            <a:stCxn id="131" idx="0"/>
            <a:endCxn id="128" idx="2"/>
          </p:cNvCxnSpPr>
          <p:nvPr/>
        </p:nvCxnSpPr>
        <p:spPr>
          <a:xfrm rot="16200000" flipV="1">
            <a:off x="7964724" y="3011076"/>
            <a:ext cx="678720" cy="3876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01F1521-BA5E-4011-99FE-5D89F7993068}"/>
              </a:ext>
            </a:extLst>
          </p:cNvPr>
          <p:cNvSpPr/>
          <p:nvPr/>
        </p:nvSpPr>
        <p:spPr>
          <a:xfrm>
            <a:off x="6144382" y="2934797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HS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코드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(hs_code_original)</a:t>
            </a:r>
          </a:p>
        </p:txBody>
      </p: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ADD7F8E6-E799-4D89-9E7F-1C35625ECA46}"/>
              </a:ext>
            </a:extLst>
          </p:cNvPr>
          <p:cNvCxnSpPr>
            <a:cxnSpLocks/>
            <a:stCxn id="151" idx="0"/>
            <a:endCxn id="128" idx="1"/>
          </p:cNvCxnSpPr>
          <p:nvPr/>
        </p:nvCxnSpPr>
        <p:spPr>
          <a:xfrm rot="5400000" flipH="1" flipV="1">
            <a:off x="6957693" y="2592210"/>
            <a:ext cx="339276" cy="345898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726113E-81C9-45AB-98B3-758B9E53DD0E}"/>
              </a:ext>
            </a:extLst>
          </p:cNvPr>
          <p:cNvSpPr/>
          <p:nvPr/>
        </p:nvSpPr>
        <p:spPr>
          <a:xfrm>
            <a:off x="9097601" y="2325521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비용 정산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(cost_charge)</a:t>
            </a:r>
          </a:p>
        </p:txBody>
      </p:sp>
      <p:cxnSp>
        <p:nvCxnSpPr>
          <p:cNvPr id="163" name="연결선: 꺾임 162">
            <a:extLst>
              <a:ext uri="{FF2B5EF4-FFF2-40B4-BE49-F238E27FC236}">
                <a16:creationId xmlns:a16="http://schemas.microsoft.com/office/drawing/2014/main" id="{3A1E8ED0-80A9-48E9-A013-76B4D238FB9F}"/>
              </a:ext>
            </a:extLst>
          </p:cNvPr>
          <p:cNvCxnSpPr>
            <a:cxnSpLocks/>
            <a:stCxn id="128" idx="0"/>
            <a:endCxn id="107" idx="4"/>
          </p:cNvCxnSpPr>
          <p:nvPr/>
        </p:nvCxnSpPr>
        <p:spPr>
          <a:xfrm rot="16200000" flipV="1">
            <a:off x="7640448" y="1855689"/>
            <a:ext cx="340429" cy="5992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A90BF41E-9AA6-472C-9393-3B4ACB1AE65C}"/>
              </a:ext>
            </a:extLst>
          </p:cNvPr>
          <p:cNvCxnSpPr>
            <a:cxnSpLocks/>
            <a:stCxn id="119" idx="4"/>
            <a:endCxn id="155" idx="0"/>
          </p:cNvCxnSpPr>
          <p:nvPr/>
        </p:nvCxnSpPr>
        <p:spPr>
          <a:xfrm rot="16200000" flipH="1">
            <a:off x="9138344" y="1556263"/>
            <a:ext cx="340429" cy="11980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3990E00-3690-4233-819D-28776E4D6968}"/>
              </a:ext>
            </a:extLst>
          </p:cNvPr>
          <p:cNvSpPr/>
          <p:nvPr/>
        </p:nvSpPr>
        <p:spPr>
          <a:xfrm>
            <a:off x="5656120" y="363778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구매 플랫폼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93FFA1C2-75A6-4198-8B26-C6F79FEFA621}"/>
              </a:ext>
            </a:extLst>
          </p:cNvPr>
          <p:cNvSpPr/>
          <p:nvPr/>
        </p:nvSpPr>
        <p:spPr>
          <a:xfrm>
            <a:off x="2132836" y="4256703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8AEFC1E2-1808-4D7B-B35B-A7D0DCC130E1}"/>
              </a:ext>
            </a:extLst>
          </p:cNvPr>
          <p:cNvCxnSpPr>
            <a:cxnSpLocks/>
            <a:stCxn id="49" idx="1"/>
            <a:endCxn id="179" idx="3"/>
          </p:cNvCxnSpPr>
          <p:nvPr/>
        </p:nvCxnSpPr>
        <p:spPr>
          <a:xfrm flipH="1" flipV="1">
            <a:off x="3752836" y="4436703"/>
            <a:ext cx="293075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90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584404-D3D7-49D5-819C-D26562E90BE5}"/>
              </a:ext>
            </a:extLst>
          </p:cNvPr>
          <p:cNvSpPr/>
          <p:nvPr/>
        </p:nvSpPr>
        <p:spPr>
          <a:xfrm>
            <a:off x="4045911" y="509402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(sample)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865CC5-47BB-4233-B125-61371212A082}"/>
              </a:ext>
            </a:extLst>
          </p:cNvPr>
          <p:cNvSpPr/>
          <p:nvPr/>
        </p:nvSpPr>
        <p:spPr>
          <a:xfrm>
            <a:off x="2571408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고객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(customer)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C8C88A-F383-40A6-832A-B7E816E39C3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4191408" y="1721992"/>
            <a:ext cx="45373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A94670-22BA-4D91-A3A8-DB164428F4FF}"/>
              </a:ext>
            </a:extLst>
          </p:cNvPr>
          <p:cNvSpPr/>
          <p:nvPr/>
        </p:nvSpPr>
        <p:spPr>
          <a:xfrm>
            <a:off x="210745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법인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AC2B2FC-C11D-4096-9C1E-A872A400D629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1830745" y="1721993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C163063-2956-4CEF-8D7A-4C323DB3420F}"/>
              </a:ext>
            </a:extLst>
          </p:cNvPr>
          <p:cNvSpPr/>
          <p:nvPr/>
        </p:nvSpPr>
        <p:spPr>
          <a:xfrm>
            <a:off x="4045911" y="230326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최근 구매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C4531A4-C907-456A-B1EE-411F79C80C59}"/>
              </a:ext>
            </a:extLst>
          </p:cNvPr>
          <p:cNvCxnSpPr>
            <a:cxnSpLocks/>
            <a:stCxn id="152" idx="4"/>
            <a:endCxn id="76" idx="6"/>
          </p:cNvCxnSpPr>
          <p:nvPr/>
        </p:nvCxnSpPr>
        <p:spPr>
          <a:xfrm rot="5400000">
            <a:off x="5302768" y="2305240"/>
            <a:ext cx="1109862" cy="39336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C9B167A4-6AB4-4619-A906-4BD3100C71E9}"/>
              </a:ext>
            </a:extLst>
          </p:cNvPr>
          <p:cNvCxnSpPr>
            <a:cxnSpLocks/>
            <a:stCxn id="118" idx="2"/>
            <a:endCxn id="80" idx="0"/>
          </p:cNvCxnSpPr>
          <p:nvPr/>
        </p:nvCxnSpPr>
        <p:spPr>
          <a:xfrm>
            <a:off x="4855911" y="2663269"/>
            <a:ext cx="0" cy="29815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9C686970-45DE-4155-968F-2B4FB6EA2B5E}"/>
              </a:ext>
            </a:extLst>
          </p:cNvPr>
          <p:cNvGrpSpPr/>
          <p:nvPr/>
        </p:nvGrpSpPr>
        <p:grpSpPr>
          <a:xfrm>
            <a:off x="4765910" y="1496991"/>
            <a:ext cx="1378472" cy="450001"/>
            <a:chOff x="5021158" y="1489407"/>
            <a:chExt cx="1378472" cy="450001"/>
          </a:xfrm>
        </p:grpSpPr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18A284AA-D13A-46B8-9A77-C124F4637B7B}"/>
                </a:ext>
              </a:extLst>
            </p:cNvPr>
            <p:cNvSpPr/>
            <p:nvPr/>
          </p:nvSpPr>
          <p:spPr>
            <a:xfrm>
              <a:off x="5021158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D52B7FD6-22B2-48F7-ABD5-2324884C2520}"/>
                </a:ext>
              </a:extLst>
            </p:cNvPr>
            <p:cNvSpPr/>
            <p:nvPr/>
          </p:nvSpPr>
          <p:spPr>
            <a:xfrm>
              <a:off x="6219630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10240283-E484-40B1-99A0-3470628B33F4}"/>
                </a:ext>
              </a:extLst>
            </p:cNvPr>
            <p:cNvSpPr/>
            <p:nvPr/>
          </p:nvSpPr>
          <p:spPr>
            <a:xfrm>
              <a:off x="5021158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4120CAD2-EBDF-4C68-8E91-CA56868E84A2}"/>
                </a:ext>
              </a:extLst>
            </p:cNvPr>
            <p:cNvSpPr/>
            <p:nvPr/>
          </p:nvSpPr>
          <p:spPr>
            <a:xfrm>
              <a:off x="6219630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55B25D38-3B89-460F-A3D6-0128C923B98D}"/>
              </a:ext>
            </a:extLst>
          </p:cNvPr>
          <p:cNvCxnSpPr>
            <a:cxnSpLocks/>
            <a:stCxn id="158" idx="0"/>
            <a:endCxn id="114" idx="2"/>
          </p:cNvCxnSpPr>
          <p:nvPr/>
        </p:nvCxnSpPr>
        <p:spPr>
          <a:xfrm rot="5400000" flipH="1" flipV="1">
            <a:off x="6410328" y="599897"/>
            <a:ext cx="541148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9B5C4534-2C09-4B84-B7B6-11542113B7D8}"/>
              </a:ext>
            </a:extLst>
          </p:cNvPr>
          <p:cNvSpPr/>
          <p:nvPr/>
        </p:nvSpPr>
        <p:spPr>
          <a:xfrm>
            <a:off x="5244382" y="12256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3E98B6C-58B3-4B4B-B683-C1E1CFBEE656}"/>
              </a:ext>
            </a:extLst>
          </p:cNvPr>
          <p:cNvSpPr/>
          <p:nvPr/>
        </p:nvSpPr>
        <p:spPr>
          <a:xfrm>
            <a:off x="7305071" y="11851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이슈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EC5562-42B3-43C6-8E9C-4945F7C9F02C}"/>
              </a:ext>
            </a:extLst>
          </p:cNvPr>
          <p:cNvCxnSpPr>
            <a:cxnSpLocks/>
            <a:stCxn id="177" idx="0"/>
            <a:endCxn id="198" idx="2"/>
          </p:cNvCxnSpPr>
          <p:nvPr/>
        </p:nvCxnSpPr>
        <p:spPr>
          <a:xfrm flipV="1">
            <a:off x="8110280" y="478519"/>
            <a:ext cx="4791" cy="21592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24A124D1-8704-4AA8-9E70-0711C616B4B1}"/>
              </a:ext>
            </a:extLst>
          </p:cNvPr>
          <p:cNvCxnSpPr>
            <a:cxnSpLocks/>
            <a:stCxn id="190" idx="2"/>
            <a:endCxn id="117" idx="2"/>
          </p:cNvCxnSpPr>
          <p:nvPr/>
        </p:nvCxnSpPr>
        <p:spPr>
          <a:xfrm rot="16200000" flipH="1">
            <a:off x="6525686" y="11259"/>
            <a:ext cx="310432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AADE80E-F8DE-4724-B243-E0C2FD98A1E2}"/>
              </a:ext>
            </a:extLst>
          </p:cNvPr>
          <p:cNvGrpSpPr/>
          <p:nvPr/>
        </p:nvGrpSpPr>
        <p:grpSpPr>
          <a:xfrm>
            <a:off x="7307423" y="702996"/>
            <a:ext cx="180000" cy="342847"/>
            <a:chOff x="7328937" y="702996"/>
            <a:chExt cx="180000" cy="342847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677943B-20C2-4C56-9AF1-C96B90673DE4}"/>
                </a:ext>
              </a:extLst>
            </p:cNvPr>
            <p:cNvSpPr/>
            <p:nvPr/>
          </p:nvSpPr>
          <p:spPr>
            <a:xfrm>
              <a:off x="7328937" y="865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FDBFCEF-DDB7-4975-924A-0C16E15943D1}"/>
                </a:ext>
              </a:extLst>
            </p:cNvPr>
            <p:cNvSpPr/>
            <p:nvPr/>
          </p:nvSpPr>
          <p:spPr>
            <a:xfrm>
              <a:off x="7328937" y="702996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40F85D6B-EFD0-4E48-B8D2-81731423686E}"/>
              </a:ext>
            </a:extLst>
          </p:cNvPr>
          <p:cNvCxnSpPr>
            <a:cxnSpLocks/>
            <a:stCxn id="479" idx="4"/>
            <a:endCxn id="118" idx="0"/>
          </p:cNvCxnSpPr>
          <p:nvPr/>
        </p:nvCxnSpPr>
        <p:spPr>
          <a:xfrm>
            <a:off x="4855910" y="1946992"/>
            <a:ext cx="1" cy="356277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254978-4B64-4428-BF99-08EF03DD32E3}"/>
              </a:ext>
            </a:extLst>
          </p:cNvPr>
          <p:cNvSpPr/>
          <p:nvPr/>
        </p:nvSpPr>
        <p:spPr>
          <a:xfrm>
            <a:off x="210745" y="4776405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검수 업체 등록 관리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E54BE6-7913-4B93-869E-7856CBEC94C2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>
            <a:off x="1020745" y="1991993"/>
            <a:ext cx="0" cy="278441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8DE196F-22AF-4DF8-B6D0-F79974F36A58}"/>
              </a:ext>
            </a:extLst>
          </p:cNvPr>
          <p:cNvCxnSpPr>
            <a:cxnSpLocks/>
            <a:stCxn id="109" idx="0"/>
            <a:endCxn id="45" idx="2"/>
          </p:cNvCxnSpPr>
          <p:nvPr/>
        </p:nvCxnSpPr>
        <p:spPr>
          <a:xfrm flipV="1">
            <a:off x="1020745" y="5136405"/>
            <a:ext cx="0" cy="72378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CED40F-2171-4277-9277-123B010A129F}"/>
              </a:ext>
            </a:extLst>
          </p:cNvPr>
          <p:cNvSpPr/>
          <p:nvPr/>
        </p:nvSpPr>
        <p:spPr>
          <a:xfrm>
            <a:off x="2128327" y="518402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가격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1B1BCB0-D675-4BB3-B2A3-0F5B6303EB12}"/>
              </a:ext>
            </a:extLst>
          </p:cNvPr>
          <p:cNvGrpSpPr/>
          <p:nvPr/>
        </p:nvGrpSpPr>
        <p:grpSpPr>
          <a:xfrm>
            <a:off x="4050807" y="2966854"/>
            <a:ext cx="1610208" cy="538656"/>
            <a:chOff x="4910186" y="1455275"/>
            <a:chExt cx="1610208" cy="538656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194AA60-E0DF-4704-9FC3-894BD07FAA6F}"/>
                </a:ext>
              </a:extLst>
            </p:cNvPr>
            <p:cNvSpPr/>
            <p:nvPr/>
          </p:nvSpPr>
          <p:spPr>
            <a:xfrm>
              <a:off x="4910186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480CFFE-F438-4457-9434-A6D3E7D9B469}"/>
                </a:ext>
              </a:extLst>
            </p:cNvPr>
            <p:cNvSpPr/>
            <p:nvPr/>
          </p:nvSpPr>
          <p:spPr>
            <a:xfrm>
              <a:off x="6340394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EFAA8CA-A154-43ED-94B7-D5364C44F748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AABA7DDB-E4CF-4F91-9EFF-2DD749689C94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F7D4A794-2112-4017-99C5-955BF8DA613A}"/>
              </a:ext>
            </a:extLst>
          </p:cNvPr>
          <p:cNvCxnSpPr>
            <a:cxnSpLocks/>
            <a:stCxn id="63" idx="1"/>
            <a:endCxn id="74" idx="4"/>
          </p:cNvCxnSpPr>
          <p:nvPr/>
        </p:nvCxnSpPr>
        <p:spPr>
          <a:xfrm rot="10800000">
            <a:off x="5571016" y="3505510"/>
            <a:ext cx="85105" cy="3122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0A0D9466-1A83-4F58-8AFA-DE0BB9B86183}"/>
              </a:ext>
            </a:extLst>
          </p:cNvPr>
          <p:cNvCxnSpPr>
            <a:cxnSpLocks/>
            <a:stCxn id="80" idx="2"/>
            <a:endCxn id="49" idx="0"/>
          </p:cNvCxnSpPr>
          <p:nvPr/>
        </p:nvCxnSpPr>
        <p:spPr>
          <a:xfrm>
            <a:off x="4855911" y="3501419"/>
            <a:ext cx="0" cy="66528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EE6D517-2056-47B0-8727-E514DFBFA607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4855911" y="4706703"/>
            <a:ext cx="0" cy="38731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AA685737-261D-431C-8C6D-7616BCC3CB00}"/>
              </a:ext>
            </a:extLst>
          </p:cNvPr>
          <p:cNvGrpSpPr/>
          <p:nvPr/>
        </p:nvGrpSpPr>
        <p:grpSpPr>
          <a:xfrm>
            <a:off x="4050807" y="4172138"/>
            <a:ext cx="1610208" cy="529131"/>
            <a:chOff x="4910186" y="1455275"/>
            <a:chExt cx="1610208" cy="529131"/>
          </a:xfrm>
        </p:grpSpPr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EC757438-F770-4DD9-AABC-5B436399A48E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98E6E5C-A5E2-40FB-BF7A-A62AD27F8612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70DD970B-937C-4897-B576-28222767D923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65C4AEF-10F4-4847-9508-4811AE06139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85DD9339-C8B2-47EB-9681-8BBCF2E50FE4}"/>
              </a:ext>
            </a:extLst>
          </p:cNvPr>
          <p:cNvSpPr/>
          <p:nvPr/>
        </p:nvSpPr>
        <p:spPr>
          <a:xfrm>
            <a:off x="7300280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5783F4ED-B060-4689-BEFC-C8CCC063E11C}"/>
              </a:ext>
            </a:extLst>
          </p:cNvPr>
          <p:cNvCxnSpPr>
            <a:cxnSpLocks/>
            <a:stCxn id="175" idx="4"/>
            <a:endCxn id="55" idx="0"/>
          </p:cNvCxnSpPr>
          <p:nvPr/>
        </p:nvCxnSpPr>
        <p:spPr>
          <a:xfrm rot="16200000" flipH="1">
            <a:off x="5839349" y="4432935"/>
            <a:ext cx="479740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80E83D-30EA-4A77-A59C-EA1834E57B3E}"/>
              </a:ext>
            </a:extLst>
          </p:cNvPr>
          <p:cNvSpPr/>
          <p:nvPr/>
        </p:nvSpPr>
        <p:spPr>
          <a:xfrm>
            <a:off x="7687448" y="4356590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가격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협상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(price_nego_mgmt)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775328D-D506-4FD0-9C8E-6A24AEFC071D}"/>
              </a:ext>
            </a:extLst>
          </p:cNvPr>
          <p:cNvSpPr/>
          <p:nvPr/>
        </p:nvSpPr>
        <p:spPr>
          <a:xfrm>
            <a:off x="7687448" y="5861619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가격</a:t>
            </a:r>
            <a:r>
              <a:rPr lang="en-US" altLang="ko-KR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협상 요청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E0EDE5A-CAFE-44B6-B118-868A52D13EE7}"/>
              </a:ext>
            </a:extLst>
          </p:cNvPr>
          <p:cNvCxnSpPr>
            <a:cxnSpLocks/>
            <a:stCxn id="8" idx="6"/>
            <a:endCxn id="77" idx="1"/>
          </p:cNvCxnSpPr>
          <p:nvPr/>
        </p:nvCxnSpPr>
        <p:spPr>
          <a:xfrm>
            <a:off x="5661015" y="6041619"/>
            <a:ext cx="202643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AE9328B8-04B2-4456-B436-C1E40B6C3D56}"/>
              </a:ext>
            </a:extLst>
          </p:cNvPr>
          <p:cNvCxnSpPr>
            <a:cxnSpLocks/>
            <a:stCxn id="77" idx="0"/>
            <a:endCxn id="66" idx="2"/>
          </p:cNvCxnSpPr>
          <p:nvPr/>
        </p:nvCxnSpPr>
        <p:spPr>
          <a:xfrm flipV="1">
            <a:off x="8497448" y="4896589"/>
            <a:ext cx="0" cy="96503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908327F-3FF2-4600-BE0B-05C8650BD00B}"/>
              </a:ext>
            </a:extLst>
          </p:cNvPr>
          <p:cNvSpPr/>
          <p:nvPr/>
        </p:nvSpPr>
        <p:spPr>
          <a:xfrm>
            <a:off x="9501076" y="5861619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가격 협상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4EFCC008-24AC-478D-8290-B178EA60C0F0}"/>
              </a:ext>
            </a:extLst>
          </p:cNvPr>
          <p:cNvCxnSpPr>
            <a:cxnSpLocks/>
            <a:stCxn id="77" idx="3"/>
            <a:endCxn id="112" idx="1"/>
          </p:cNvCxnSpPr>
          <p:nvPr/>
        </p:nvCxnSpPr>
        <p:spPr>
          <a:xfrm>
            <a:off x="9307448" y="6041619"/>
            <a:ext cx="193628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F865A6C-8635-4F2D-A577-D6C008C3FE2B}"/>
              </a:ext>
            </a:extLst>
          </p:cNvPr>
          <p:cNvSpPr/>
          <p:nvPr/>
        </p:nvSpPr>
        <p:spPr>
          <a:xfrm>
            <a:off x="5777423" y="518100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9739E6B7-BD66-4B2C-AA77-59846C49E0A2}"/>
              </a:ext>
            </a:extLst>
          </p:cNvPr>
          <p:cNvGrpSpPr/>
          <p:nvPr/>
        </p:nvGrpSpPr>
        <p:grpSpPr>
          <a:xfrm>
            <a:off x="7692344" y="4362024"/>
            <a:ext cx="1610208" cy="529131"/>
            <a:chOff x="4910186" y="1455275"/>
            <a:chExt cx="1610208" cy="529131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1EC9E5BD-A39C-485B-AF0C-1B388A17E51D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A775D332-DF5D-4928-B2E6-D1C2E44E712B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443EDA1D-8675-4F4E-94D3-21200F13D7CD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BC558391-6F61-40EA-800E-B91A715B314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CE2726D-31AE-4BB0-A27B-D586E9E12487}"/>
              </a:ext>
            </a:extLst>
          </p:cNvPr>
          <p:cNvSpPr txBox="1"/>
          <p:nvPr/>
        </p:nvSpPr>
        <p:spPr>
          <a:xfrm>
            <a:off x="10654400" y="51847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>
                <a:latin typeface="+mn-ea"/>
              </a:rPr>
              <a:t>7.</a:t>
            </a:r>
            <a:r>
              <a:rPr lang="ko-KR" altLang="en-US" sz="1400" b="1" dirty="0">
                <a:latin typeface="+mn-ea"/>
              </a:rPr>
              <a:t>비용 정산 관리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CF77F28-85EA-4B21-827C-1C00C09B478C}"/>
              </a:ext>
            </a:extLst>
          </p:cNvPr>
          <p:cNvSpPr/>
          <p:nvPr/>
        </p:nvSpPr>
        <p:spPr>
          <a:xfrm>
            <a:off x="210745" y="5860185"/>
            <a:ext cx="1620000" cy="54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검수 업체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(sm_ip_company)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F0C480F8-5B79-4033-9DCC-AE3866F7D553}"/>
              </a:ext>
            </a:extLst>
          </p:cNvPr>
          <p:cNvCxnSpPr>
            <a:cxnSpLocks/>
            <a:stCxn id="109" idx="3"/>
            <a:endCxn id="105" idx="1"/>
          </p:cNvCxnSpPr>
          <p:nvPr/>
        </p:nvCxnSpPr>
        <p:spPr>
          <a:xfrm flipV="1">
            <a:off x="1830745" y="6124986"/>
            <a:ext cx="2215166" cy="5199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4D40F9F1-DAEA-45C1-83AC-DB2F103E73D3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4855911" y="5634021"/>
            <a:ext cx="0" cy="31096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E1FF3853-4A67-4244-9CA2-B175609269F3}"/>
              </a:ext>
            </a:extLst>
          </p:cNvPr>
          <p:cNvCxnSpPr>
            <a:cxnSpLocks/>
          </p:cNvCxnSpPr>
          <p:nvPr/>
        </p:nvCxnSpPr>
        <p:spPr>
          <a:xfrm rot="5400000">
            <a:off x="5875896" y="5236128"/>
            <a:ext cx="406647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35324A4-9533-46FF-952D-2E8B4B992DEE}"/>
              </a:ext>
            </a:extLst>
          </p:cNvPr>
          <p:cNvGrpSpPr/>
          <p:nvPr/>
        </p:nvGrpSpPr>
        <p:grpSpPr>
          <a:xfrm>
            <a:off x="4050807" y="5947656"/>
            <a:ext cx="1610208" cy="356060"/>
            <a:chOff x="4910186" y="1455275"/>
            <a:chExt cx="1610208" cy="356060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29B82B6F-A69F-4B40-A327-F4E95E46816C}"/>
                </a:ext>
              </a:extLst>
            </p:cNvPr>
            <p:cNvSpPr/>
            <p:nvPr/>
          </p:nvSpPr>
          <p:spPr>
            <a:xfrm>
              <a:off x="4910186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4F2D8760-A705-4EF2-BB2D-F240276C83D8}"/>
                </a:ext>
              </a:extLst>
            </p:cNvPr>
            <p:cNvSpPr/>
            <p:nvPr/>
          </p:nvSpPr>
          <p:spPr>
            <a:xfrm>
              <a:off x="6340394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387CC5AA-4E92-4ED8-B7BF-3F3E2D9CF4CB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F9F9E72A-0C9F-4BA1-9715-86BFD0EA1675}"/>
              </a:ext>
            </a:extLst>
          </p:cNvPr>
          <p:cNvSpPr/>
          <p:nvPr/>
        </p:nvSpPr>
        <p:spPr>
          <a:xfrm>
            <a:off x="5481015" y="5951619"/>
            <a:ext cx="180000" cy="18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lang="ko-KR" altLang="en-US" sz="2400"/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5F285B81-ED06-4F1D-974A-F1A442649969}"/>
              </a:ext>
            </a:extLst>
          </p:cNvPr>
          <p:cNvCxnSpPr>
            <a:cxnSpLocks/>
            <a:stCxn id="66" idx="0"/>
            <a:endCxn id="131" idx="2"/>
          </p:cNvCxnSpPr>
          <p:nvPr/>
        </p:nvCxnSpPr>
        <p:spPr>
          <a:xfrm flipV="1">
            <a:off x="8497448" y="4084239"/>
            <a:ext cx="440" cy="27235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CF785D94-A7BF-4039-995D-5C93791AE3C3}"/>
              </a:ext>
            </a:extLst>
          </p:cNvPr>
          <p:cNvCxnSpPr>
            <a:cxnSpLocks/>
            <a:stCxn id="80" idx="1"/>
            <a:endCxn id="148" idx="3"/>
          </p:cNvCxnSpPr>
          <p:nvPr/>
        </p:nvCxnSpPr>
        <p:spPr>
          <a:xfrm rot="10800000">
            <a:off x="3748327" y="2971441"/>
            <a:ext cx="297584" cy="2599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E6932B05-8B52-4C8F-B7A7-0C250EE3F6BC}"/>
              </a:ext>
            </a:extLst>
          </p:cNvPr>
          <p:cNvCxnSpPr>
            <a:cxnSpLocks/>
            <a:stCxn id="80" idx="1"/>
            <a:endCxn id="147" idx="3"/>
          </p:cNvCxnSpPr>
          <p:nvPr/>
        </p:nvCxnSpPr>
        <p:spPr>
          <a:xfrm rot="10800000" flipV="1">
            <a:off x="3748327" y="3231419"/>
            <a:ext cx="297584" cy="2991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ABA4B5D-8FE7-4EF1-B045-18705514ACBA}"/>
              </a:ext>
            </a:extLst>
          </p:cNvPr>
          <p:cNvSpPr/>
          <p:nvPr/>
        </p:nvSpPr>
        <p:spPr>
          <a:xfrm>
            <a:off x="2128327" y="326061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공급처</a:t>
            </a:r>
            <a:br>
              <a:rPr lang="en-US" altLang="ko-KR" sz="1400" b="1" spc="-100" dirty="0">
                <a:solidFill>
                  <a:schemeClr val="bg1"/>
                </a:solidFill>
                <a:latin typeface="+mn-ea"/>
              </a:rPr>
            </a:b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(og_supplier)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7EDC6C7E-F3CF-454D-A6F1-61CAF9676184}"/>
              </a:ext>
            </a:extLst>
          </p:cNvPr>
          <p:cNvSpPr/>
          <p:nvPr/>
        </p:nvSpPr>
        <p:spPr>
          <a:xfrm>
            <a:off x="2128327" y="279144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원천 제품 가격 정보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5FA9E87-C0AA-4E65-9936-FE25AEC749BC}"/>
              </a:ext>
            </a:extLst>
          </p:cNvPr>
          <p:cNvCxnSpPr>
            <a:cxnSpLocks/>
            <a:stCxn id="57" idx="1"/>
            <a:endCxn id="58" idx="3"/>
          </p:cNvCxnSpPr>
          <p:nvPr/>
        </p:nvCxnSpPr>
        <p:spPr>
          <a:xfrm flipH="1">
            <a:off x="3748327" y="5364021"/>
            <a:ext cx="29758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7CCAD6D-8693-42D7-A7DC-4EF8158D7D06}"/>
              </a:ext>
            </a:extLst>
          </p:cNvPr>
          <p:cNvSpPr/>
          <p:nvPr/>
        </p:nvSpPr>
        <p:spPr>
          <a:xfrm>
            <a:off x="9506632" y="444658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구간별 단가 관리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9BE131D-CF0E-4DBA-BA69-D31244F6C4A6}"/>
              </a:ext>
            </a:extLst>
          </p:cNvPr>
          <p:cNvCxnSpPr>
            <a:cxnSpLocks/>
            <a:stCxn id="66" idx="3"/>
            <a:endCxn id="94" idx="1"/>
          </p:cNvCxnSpPr>
          <p:nvPr/>
        </p:nvCxnSpPr>
        <p:spPr>
          <a:xfrm flipV="1">
            <a:off x="9307448" y="4626589"/>
            <a:ext cx="199184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5D00F9F-A2CB-4F5D-9B0B-8DF8FFA12AEB}"/>
              </a:ext>
            </a:extLst>
          </p:cNvPr>
          <p:cNvSpPr/>
          <p:nvPr/>
        </p:nvSpPr>
        <p:spPr>
          <a:xfrm>
            <a:off x="7300280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참여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(gb_participation)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E93AB128-F27A-43CB-B5A2-DECFE628C2B3}"/>
              </a:ext>
            </a:extLst>
          </p:cNvPr>
          <p:cNvCxnSpPr>
            <a:cxnSpLocks/>
            <a:stCxn id="14" idx="3"/>
            <a:endCxn id="98" idx="1"/>
          </p:cNvCxnSpPr>
          <p:nvPr/>
        </p:nvCxnSpPr>
        <p:spPr>
          <a:xfrm>
            <a:off x="6265146" y="1721992"/>
            <a:ext cx="103513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277EE341-3B74-4761-88E5-1FABC86F1200}"/>
              </a:ext>
            </a:extLst>
          </p:cNvPr>
          <p:cNvCxnSpPr>
            <a:cxnSpLocks/>
            <a:stCxn id="98" idx="0"/>
            <a:endCxn id="177" idx="2"/>
          </p:cNvCxnSpPr>
          <p:nvPr/>
        </p:nvCxnSpPr>
        <p:spPr>
          <a:xfrm flipV="1">
            <a:off x="8110280" y="1054447"/>
            <a:ext cx="0" cy="39754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AD27E5C9-CCE4-46DC-88AB-539C2D31AC83}"/>
              </a:ext>
            </a:extLst>
          </p:cNvPr>
          <p:cNvGrpSpPr/>
          <p:nvPr/>
        </p:nvGrpSpPr>
        <p:grpSpPr>
          <a:xfrm>
            <a:off x="7421044" y="1457831"/>
            <a:ext cx="1378472" cy="527261"/>
            <a:chOff x="5021158" y="1492582"/>
            <a:chExt cx="1378472" cy="527261"/>
          </a:xfrm>
        </p:grpSpPr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7CE42C73-D274-4A64-94E7-AD3175CB12B4}"/>
                </a:ext>
              </a:extLst>
            </p:cNvPr>
            <p:cNvSpPr/>
            <p:nvPr/>
          </p:nvSpPr>
          <p:spPr>
            <a:xfrm>
              <a:off x="5021158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146CAB3A-BD32-40CB-B717-FEB06BE51BE6}"/>
                </a:ext>
              </a:extLst>
            </p:cNvPr>
            <p:cNvSpPr/>
            <p:nvPr/>
          </p:nvSpPr>
          <p:spPr>
            <a:xfrm>
              <a:off x="6219630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28BE54D6-12FA-4CEE-82FB-1158E8EFAD9E}"/>
                </a:ext>
              </a:extLst>
            </p:cNvPr>
            <p:cNvSpPr/>
            <p:nvPr/>
          </p:nvSpPr>
          <p:spPr>
            <a:xfrm>
              <a:off x="5021158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B555ECA5-5E6D-4D6F-9CDA-6B10ED5E22DD}"/>
                </a:ext>
              </a:extLst>
            </p:cNvPr>
            <p:cNvSpPr/>
            <p:nvPr/>
          </p:nvSpPr>
          <p:spPr>
            <a:xfrm>
              <a:off x="6219630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77778FF-EA88-43EF-9378-713113BEA0AA}"/>
              </a:ext>
            </a:extLst>
          </p:cNvPr>
          <p:cNvSpPr/>
          <p:nvPr/>
        </p:nvSpPr>
        <p:spPr>
          <a:xfrm>
            <a:off x="9096916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참여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3F24ADF6-E997-400D-8273-6F24D6DC3B6D}"/>
              </a:ext>
            </a:extLst>
          </p:cNvPr>
          <p:cNvCxnSpPr>
            <a:cxnSpLocks/>
            <a:stCxn id="125" idx="0"/>
            <a:endCxn id="126" idx="2"/>
          </p:cNvCxnSpPr>
          <p:nvPr/>
        </p:nvCxnSpPr>
        <p:spPr>
          <a:xfrm rot="5400000" flipH="1" flipV="1">
            <a:off x="9106524" y="657439"/>
            <a:ext cx="403384" cy="11974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71F5E57-75BF-468C-B4E0-DBFDEFA10D00}"/>
              </a:ext>
            </a:extLst>
          </p:cNvPr>
          <p:cNvSpPr/>
          <p:nvPr/>
        </p:nvSpPr>
        <p:spPr>
          <a:xfrm>
            <a:off x="7300280" y="2325521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공동구매 생성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(gb_creation)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0C5A39C2-5EB0-4ADA-8467-D0B7CE23B2F0}"/>
              </a:ext>
            </a:extLst>
          </p:cNvPr>
          <p:cNvSpPr/>
          <p:nvPr/>
        </p:nvSpPr>
        <p:spPr>
          <a:xfrm>
            <a:off x="7687888" y="3544240"/>
            <a:ext cx="1620000" cy="53999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제품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(b2buy_product)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8A05DF4-42E7-49F0-ADE2-4DB499F090BC}"/>
              </a:ext>
            </a:extLst>
          </p:cNvPr>
          <p:cNvSpPr/>
          <p:nvPr/>
        </p:nvSpPr>
        <p:spPr>
          <a:xfrm>
            <a:off x="9501076" y="354423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 공급처</a:t>
            </a:r>
            <a:b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(b2buy_supplier)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72B54752-2DC3-4E3C-96B3-AAFAB4B05120}"/>
              </a:ext>
            </a:extLst>
          </p:cNvPr>
          <p:cNvCxnSpPr>
            <a:cxnSpLocks/>
            <a:stCxn id="63" idx="3"/>
            <a:endCxn id="131" idx="1"/>
          </p:cNvCxnSpPr>
          <p:nvPr/>
        </p:nvCxnSpPr>
        <p:spPr>
          <a:xfrm flipV="1">
            <a:off x="7276120" y="3814240"/>
            <a:ext cx="411768" cy="3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ABA73260-C030-45FB-8C64-0E07CF0F597E}"/>
              </a:ext>
            </a:extLst>
          </p:cNvPr>
          <p:cNvCxnSpPr>
            <a:cxnSpLocks/>
            <a:stCxn id="66" idx="1"/>
          </p:cNvCxnSpPr>
          <p:nvPr/>
        </p:nvCxnSpPr>
        <p:spPr>
          <a:xfrm rot="10800000">
            <a:off x="7397428" y="1045848"/>
            <a:ext cx="290021" cy="3580743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7C1CDC80-927B-493C-821D-9882CD83369E}"/>
              </a:ext>
            </a:extLst>
          </p:cNvPr>
          <p:cNvCxnSpPr>
            <a:cxnSpLocks/>
            <a:stCxn id="131" idx="3"/>
            <a:endCxn id="134" idx="1"/>
          </p:cNvCxnSpPr>
          <p:nvPr/>
        </p:nvCxnSpPr>
        <p:spPr>
          <a:xfrm flipV="1">
            <a:off x="9307888" y="3814239"/>
            <a:ext cx="19318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CBF54099-55C6-4974-97B1-2769F9642356}"/>
              </a:ext>
            </a:extLst>
          </p:cNvPr>
          <p:cNvSpPr/>
          <p:nvPr/>
        </p:nvSpPr>
        <p:spPr>
          <a:xfrm>
            <a:off x="4045911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EB52CC68-053F-4133-A286-CA999744908F}"/>
              </a:ext>
            </a:extLst>
          </p:cNvPr>
          <p:cNvCxnSpPr>
            <a:cxnSpLocks/>
            <a:stCxn id="157" idx="0"/>
            <a:endCxn id="138" idx="2"/>
          </p:cNvCxnSpPr>
          <p:nvPr/>
        </p:nvCxnSpPr>
        <p:spPr>
          <a:xfrm flipV="1">
            <a:off x="4855910" y="1054447"/>
            <a:ext cx="1" cy="442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225A6944-5CE8-43C9-94CD-05347CAE7701}"/>
              </a:ext>
            </a:extLst>
          </p:cNvPr>
          <p:cNvCxnSpPr>
            <a:cxnSpLocks/>
            <a:stCxn id="131" idx="0"/>
            <a:endCxn id="128" idx="2"/>
          </p:cNvCxnSpPr>
          <p:nvPr/>
        </p:nvCxnSpPr>
        <p:spPr>
          <a:xfrm rot="16200000" flipV="1">
            <a:off x="7964724" y="3011076"/>
            <a:ext cx="678720" cy="3876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01F1521-BA5E-4011-99FE-5D89F7993068}"/>
              </a:ext>
            </a:extLst>
          </p:cNvPr>
          <p:cNvSpPr/>
          <p:nvPr/>
        </p:nvSpPr>
        <p:spPr>
          <a:xfrm>
            <a:off x="6144382" y="2934797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HS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코드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(hs_code_original)</a:t>
            </a:r>
          </a:p>
        </p:txBody>
      </p: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ADD7F8E6-E799-4D89-9E7F-1C35625ECA46}"/>
              </a:ext>
            </a:extLst>
          </p:cNvPr>
          <p:cNvCxnSpPr>
            <a:cxnSpLocks/>
            <a:stCxn id="151" idx="0"/>
            <a:endCxn id="128" idx="1"/>
          </p:cNvCxnSpPr>
          <p:nvPr/>
        </p:nvCxnSpPr>
        <p:spPr>
          <a:xfrm rot="5400000" flipH="1" flipV="1">
            <a:off x="6957693" y="2592210"/>
            <a:ext cx="339276" cy="345898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726113E-81C9-45AB-98B3-758B9E53DD0E}"/>
              </a:ext>
            </a:extLst>
          </p:cNvPr>
          <p:cNvSpPr/>
          <p:nvPr/>
        </p:nvSpPr>
        <p:spPr>
          <a:xfrm>
            <a:off x="9097601" y="2325521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비용 정산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(cost_charge)</a:t>
            </a:r>
          </a:p>
        </p:txBody>
      </p:sp>
      <p:cxnSp>
        <p:nvCxnSpPr>
          <p:cNvPr id="163" name="연결선: 꺾임 162">
            <a:extLst>
              <a:ext uri="{FF2B5EF4-FFF2-40B4-BE49-F238E27FC236}">
                <a16:creationId xmlns:a16="http://schemas.microsoft.com/office/drawing/2014/main" id="{3A1E8ED0-80A9-48E9-A013-76B4D238FB9F}"/>
              </a:ext>
            </a:extLst>
          </p:cNvPr>
          <p:cNvCxnSpPr>
            <a:cxnSpLocks/>
            <a:stCxn id="128" idx="0"/>
            <a:endCxn id="107" idx="4"/>
          </p:cNvCxnSpPr>
          <p:nvPr/>
        </p:nvCxnSpPr>
        <p:spPr>
          <a:xfrm rot="16200000" flipV="1">
            <a:off x="7640448" y="1855689"/>
            <a:ext cx="340429" cy="5992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A90BF41E-9AA6-472C-9393-3B4ACB1AE65C}"/>
              </a:ext>
            </a:extLst>
          </p:cNvPr>
          <p:cNvCxnSpPr>
            <a:cxnSpLocks/>
            <a:stCxn id="119" idx="4"/>
            <a:endCxn id="155" idx="0"/>
          </p:cNvCxnSpPr>
          <p:nvPr/>
        </p:nvCxnSpPr>
        <p:spPr>
          <a:xfrm rot="16200000" flipH="1">
            <a:off x="9138344" y="1556263"/>
            <a:ext cx="340429" cy="11980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3990E00-3690-4233-819D-28776E4D6968}"/>
              </a:ext>
            </a:extLst>
          </p:cNvPr>
          <p:cNvSpPr/>
          <p:nvPr/>
        </p:nvSpPr>
        <p:spPr>
          <a:xfrm>
            <a:off x="5656120" y="363778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구매 플랫폼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98E5D1D9-FFC5-4F4B-A6FA-6919871679B6}"/>
              </a:ext>
            </a:extLst>
          </p:cNvPr>
          <p:cNvCxnSpPr>
            <a:cxnSpLocks/>
            <a:stCxn id="58" idx="2"/>
            <a:endCxn id="143" idx="6"/>
          </p:cNvCxnSpPr>
          <p:nvPr/>
        </p:nvCxnSpPr>
        <p:spPr>
          <a:xfrm rot="5400000" flipH="1" flipV="1">
            <a:off x="5263686" y="99686"/>
            <a:ext cx="3118975" cy="7769695"/>
          </a:xfrm>
          <a:prstGeom prst="bentConnector4">
            <a:avLst>
              <a:gd name="adj1" fmla="val -33932"/>
              <a:gd name="adj2" fmla="val 115038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E0142AC-B4D2-4FC6-97A0-8CDC69530D2A}"/>
              </a:ext>
            </a:extLst>
          </p:cNvPr>
          <p:cNvGrpSpPr/>
          <p:nvPr/>
        </p:nvGrpSpPr>
        <p:grpSpPr>
          <a:xfrm>
            <a:off x="9105335" y="2335046"/>
            <a:ext cx="1602687" cy="527261"/>
            <a:chOff x="4796943" y="1492582"/>
            <a:chExt cx="1602687" cy="527261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561D5DC7-C832-4276-9741-901FCEEA51F5}"/>
                </a:ext>
              </a:extLst>
            </p:cNvPr>
            <p:cNvSpPr/>
            <p:nvPr/>
          </p:nvSpPr>
          <p:spPr>
            <a:xfrm>
              <a:off x="4796943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D8CA862D-653C-4CB5-BE87-BEF2B1963459}"/>
                </a:ext>
              </a:extLst>
            </p:cNvPr>
            <p:cNvSpPr/>
            <p:nvPr/>
          </p:nvSpPr>
          <p:spPr>
            <a:xfrm>
              <a:off x="6219630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0F271719-F94B-43AC-BE9B-B212DBE60C8F}"/>
                </a:ext>
              </a:extLst>
            </p:cNvPr>
            <p:cNvSpPr/>
            <p:nvPr/>
          </p:nvSpPr>
          <p:spPr>
            <a:xfrm>
              <a:off x="6219630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EF3DAAEB-F385-4E6B-86E1-7BF709BD146D}"/>
                </a:ext>
              </a:extLst>
            </p:cNvPr>
            <p:cNvSpPr/>
            <p:nvPr/>
          </p:nvSpPr>
          <p:spPr>
            <a:xfrm>
              <a:off x="5782864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 dirty="0"/>
            </a:p>
          </p:txBody>
        </p:sp>
      </p:grpSp>
      <p:cxnSp>
        <p:nvCxnSpPr>
          <p:cNvPr id="150" name="연결선: 꺾임 149">
            <a:extLst>
              <a:ext uri="{FF2B5EF4-FFF2-40B4-BE49-F238E27FC236}">
                <a16:creationId xmlns:a16="http://schemas.microsoft.com/office/drawing/2014/main" id="{6767EB3B-97C2-456D-8C43-290592F33AEF}"/>
              </a:ext>
            </a:extLst>
          </p:cNvPr>
          <p:cNvCxnSpPr>
            <a:cxnSpLocks/>
            <a:stCxn id="94" idx="3"/>
            <a:endCxn id="123" idx="6"/>
          </p:cNvCxnSpPr>
          <p:nvPr/>
        </p:nvCxnSpPr>
        <p:spPr>
          <a:xfrm flipH="1" flipV="1">
            <a:off x="10708022" y="2772307"/>
            <a:ext cx="418610" cy="1854282"/>
          </a:xfrm>
          <a:prstGeom prst="bentConnector3">
            <a:avLst>
              <a:gd name="adj1" fmla="val -8697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550A7ABC-C7D9-4E08-90E5-690711697AFA}"/>
              </a:ext>
            </a:extLst>
          </p:cNvPr>
          <p:cNvSpPr/>
          <p:nvPr/>
        </p:nvSpPr>
        <p:spPr>
          <a:xfrm>
            <a:off x="2132836" y="4256703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0984695-000E-48D2-9FC4-7EAF6C1908CE}"/>
              </a:ext>
            </a:extLst>
          </p:cNvPr>
          <p:cNvCxnSpPr>
            <a:cxnSpLocks/>
            <a:stCxn id="49" idx="1"/>
            <a:endCxn id="153" idx="3"/>
          </p:cNvCxnSpPr>
          <p:nvPr/>
        </p:nvCxnSpPr>
        <p:spPr>
          <a:xfrm flipH="1" flipV="1">
            <a:off x="3752836" y="4436703"/>
            <a:ext cx="293075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301FDFF-F789-4235-9E4D-B4BD2074AAAD}"/>
              </a:ext>
            </a:extLst>
          </p:cNvPr>
          <p:cNvSpPr/>
          <p:nvPr/>
        </p:nvSpPr>
        <p:spPr>
          <a:xfrm>
            <a:off x="4045911" y="296141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정보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(og_product)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4EBA783-4D23-4106-A04B-F3343E56BB4F}"/>
              </a:ext>
            </a:extLst>
          </p:cNvPr>
          <p:cNvSpPr/>
          <p:nvPr/>
        </p:nvSpPr>
        <p:spPr>
          <a:xfrm>
            <a:off x="4045911" y="4166704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 신청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(sm_request_mgmt)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3D04A0D8-0D39-413D-AF05-F270DD157BF2}"/>
              </a:ext>
            </a:extLst>
          </p:cNvPr>
          <p:cNvSpPr/>
          <p:nvPr/>
        </p:nvSpPr>
        <p:spPr>
          <a:xfrm>
            <a:off x="4045911" y="5944986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검수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FE57C5-284C-4AAF-968E-4BB503974A1D}"/>
              </a:ext>
            </a:extLst>
          </p:cNvPr>
          <p:cNvSpPr/>
          <p:nvPr/>
        </p:nvSpPr>
        <p:spPr>
          <a:xfrm>
            <a:off x="4645146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요청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(gb_request)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370C5FA1-CA81-4ECD-8B13-E233E3804517}"/>
              </a:ext>
            </a:extLst>
          </p:cNvPr>
          <p:cNvSpPr/>
          <p:nvPr/>
        </p:nvSpPr>
        <p:spPr>
          <a:xfrm>
            <a:off x="9097601" y="305705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en-US" altLang="ko-KR" sz="13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수수료 정책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0F129CA9-4F46-4F0E-8ADD-03CC91C0630B}"/>
              </a:ext>
            </a:extLst>
          </p:cNvPr>
          <p:cNvSpPr/>
          <p:nvPr/>
        </p:nvSpPr>
        <p:spPr>
          <a:xfrm>
            <a:off x="10361255" y="1304543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물류비 정책</a:t>
            </a: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49D2D793-9593-4F29-8880-23314932BB12}"/>
              </a:ext>
            </a:extLst>
          </p:cNvPr>
          <p:cNvCxnSpPr>
            <a:cxnSpLocks/>
            <a:stCxn id="168" idx="0"/>
            <a:endCxn id="155" idx="2"/>
          </p:cNvCxnSpPr>
          <p:nvPr/>
        </p:nvCxnSpPr>
        <p:spPr>
          <a:xfrm flipV="1">
            <a:off x="9907601" y="2865520"/>
            <a:ext cx="0" cy="19153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B451BB9E-63CA-40FD-A7EF-5967CB74664D}"/>
              </a:ext>
            </a:extLst>
          </p:cNvPr>
          <p:cNvSpPr/>
          <p:nvPr/>
        </p:nvSpPr>
        <p:spPr>
          <a:xfrm>
            <a:off x="10361255" y="1733166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에스크로 수수료 정책</a:t>
            </a:r>
          </a:p>
        </p:txBody>
      </p:sp>
      <p:cxnSp>
        <p:nvCxnSpPr>
          <p:cNvPr id="181" name="연결선: 꺾임 180">
            <a:extLst>
              <a:ext uri="{FF2B5EF4-FFF2-40B4-BE49-F238E27FC236}">
                <a16:creationId xmlns:a16="http://schemas.microsoft.com/office/drawing/2014/main" id="{24D8DADC-8D7D-4245-BBFB-FE72E0249E5F}"/>
              </a:ext>
            </a:extLst>
          </p:cNvPr>
          <p:cNvCxnSpPr>
            <a:cxnSpLocks/>
            <a:stCxn id="169" idx="1"/>
            <a:endCxn id="183" idx="0"/>
          </p:cNvCxnSpPr>
          <p:nvPr/>
        </p:nvCxnSpPr>
        <p:spPr>
          <a:xfrm rot="10800000" flipV="1">
            <a:off x="10181257" y="1484542"/>
            <a:ext cx="179999" cy="850503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연결선: 꺾임 181">
            <a:extLst>
              <a:ext uri="{FF2B5EF4-FFF2-40B4-BE49-F238E27FC236}">
                <a16:creationId xmlns:a16="http://schemas.microsoft.com/office/drawing/2014/main" id="{AB37DDA6-CA45-4537-8A0F-1716CBDBDD32}"/>
              </a:ext>
            </a:extLst>
          </p:cNvPr>
          <p:cNvCxnSpPr>
            <a:cxnSpLocks/>
            <a:stCxn id="171" idx="1"/>
            <a:endCxn id="183" idx="0"/>
          </p:cNvCxnSpPr>
          <p:nvPr/>
        </p:nvCxnSpPr>
        <p:spPr>
          <a:xfrm rot="10800000" flipV="1">
            <a:off x="10181257" y="1913166"/>
            <a:ext cx="179999" cy="421880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00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584404-D3D7-49D5-819C-D26562E90BE5}"/>
              </a:ext>
            </a:extLst>
          </p:cNvPr>
          <p:cNvSpPr/>
          <p:nvPr/>
        </p:nvSpPr>
        <p:spPr>
          <a:xfrm>
            <a:off x="4045911" y="509402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(sample)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301FDFF-F789-4235-9E4D-B4BD2074AAAD}"/>
              </a:ext>
            </a:extLst>
          </p:cNvPr>
          <p:cNvSpPr/>
          <p:nvPr/>
        </p:nvSpPr>
        <p:spPr>
          <a:xfrm>
            <a:off x="4045911" y="296141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정보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(og_product)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FE57C5-284C-4AAF-968E-4BB503974A1D}"/>
              </a:ext>
            </a:extLst>
          </p:cNvPr>
          <p:cNvSpPr/>
          <p:nvPr/>
        </p:nvSpPr>
        <p:spPr>
          <a:xfrm>
            <a:off x="4645146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요청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(gb_request)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4EBA783-4D23-4106-A04B-F3343E56BB4F}"/>
              </a:ext>
            </a:extLst>
          </p:cNvPr>
          <p:cNvSpPr/>
          <p:nvPr/>
        </p:nvSpPr>
        <p:spPr>
          <a:xfrm>
            <a:off x="4045911" y="4166704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 신청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(sm_request_mgmt)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865CC5-47BB-4233-B125-61371212A082}"/>
              </a:ext>
            </a:extLst>
          </p:cNvPr>
          <p:cNvSpPr/>
          <p:nvPr/>
        </p:nvSpPr>
        <p:spPr>
          <a:xfrm>
            <a:off x="2571408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고객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(customer)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C8C88A-F383-40A6-832A-B7E816E39C3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4191408" y="1721992"/>
            <a:ext cx="45373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A94670-22BA-4D91-A3A8-DB164428F4FF}"/>
              </a:ext>
            </a:extLst>
          </p:cNvPr>
          <p:cNvSpPr/>
          <p:nvPr/>
        </p:nvSpPr>
        <p:spPr>
          <a:xfrm>
            <a:off x="210745" y="1451993"/>
            <a:ext cx="1620000" cy="540000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법인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AC2B2FC-C11D-4096-9C1E-A872A400D629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1830745" y="1721993"/>
            <a:ext cx="74066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C163063-2956-4CEF-8D7A-4C323DB3420F}"/>
              </a:ext>
            </a:extLst>
          </p:cNvPr>
          <p:cNvSpPr/>
          <p:nvPr/>
        </p:nvSpPr>
        <p:spPr>
          <a:xfrm>
            <a:off x="4045911" y="230326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최근 구매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C4531A4-C907-456A-B1EE-411F79C80C59}"/>
              </a:ext>
            </a:extLst>
          </p:cNvPr>
          <p:cNvCxnSpPr>
            <a:cxnSpLocks/>
            <a:stCxn id="152" idx="4"/>
            <a:endCxn id="76" idx="6"/>
          </p:cNvCxnSpPr>
          <p:nvPr/>
        </p:nvCxnSpPr>
        <p:spPr>
          <a:xfrm rot="5400000">
            <a:off x="5302768" y="2305240"/>
            <a:ext cx="1109862" cy="39336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C9B167A4-6AB4-4619-A906-4BD3100C71E9}"/>
              </a:ext>
            </a:extLst>
          </p:cNvPr>
          <p:cNvCxnSpPr>
            <a:cxnSpLocks/>
            <a:stCxn id="118" idx="2"/>
            <a:endCxn id="80" idx="0"/>
          </p:cNvCxnSpPr>
          <p:nvPr/>
        </p:nvCxnSpPr>
        <p:spPr>
          <a:xfrm>
            <a:off x="4855911" y="2663269"/>
            <a:ext cx="0" cy="29815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9C686970-45DE-4155-968F-2B4FB6EA2B5E}"/>
              </a:ext>
            </a:extLst>
          </p:cNvPr>
          <p:cNvGrpSpPr/>
          <p:nvPr/>
        </p:nvGrpSpPr>
        <p:grpSpPr>
          <a:xfrm>
            <a:off x="4765910" y="1496991"/>
            <a:ext cx="1378472" cy="450001"/>
            <a:chOff x="5021158" y="1489407"/>
            <a:chExt cx="1378472" cy="450001"/>
          </a:xfrm>
        </p:grpSpPr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18A284AA-D13A-46B8-9A77-C124F4637B7B}"/>
                </a:ext>
              </a:extLst>
            </p:cNvPr>
            <p:cNvSpPr/>
            <p:nvPr/>
          </p:nvSpPr>
          <p:spPr>
            <a:xfrm>
              <a:off x="5021158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D52B7FD6-22B2-48F7-ABD5-2324884C2520}"/>
                </a:ext>
              </a:extLst>
            </p:cNvPr>
            <p:cNvSpPr/>
            <p:nvPr/>
          </p:nvSpPr>
          <p:spPr>
            <a:xfrm>
              <a:off x="6219630" y="17594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10240283-E484-40B1-99A0-3470628B33F4}"/>
                </a:ext>
              </a:extLst>
            </p:cNvPr>
            <p:cNvSpPr/>
            <p:nvPr/>
          </p:nvSpPr>
          <p:spPr>
            <a:xfrm>
              <a:off x="5021158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4120CAD2-EBDF-4C68-8E91-CA56868E84A2}"/>
                </a:ext>
              </a:extLst>
            </p:cNvPr>
            <p:cNvSpPr/>
            <p:nvPr/>
          </p:nvSpPr>
          <p:spPr>
            <a:xfrm>
              <a:off x="6219630" y="148940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55B25D38-3B89-460F-A3D6-0128C923B98D}"/>
              </a:ext>
            </a:extLst>
          </p:cNvPr>
          <p:cNvCxnSpPr>
            <a:cxnSpLocks/>
            <a:stCxn id="158" idx="0"/>
            <a:endCxn id="114" idx="2"/>
          </p:cNvCxnSpPr>
          <p:nvPr/>
        </p:nvCxnSpPr>
        <p:spPr>
          <a:xfrm rot="5400000" flipH="1" flipV="1">
            <a:off x="6410328" y="599897"/>
            <a:ext cx="541148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9B5C4534-2C09-4B84-B7B6-11542113B7D8}"/>
              </a:ext>
            </a:extLst>
          </p:cNvPr>
          <p:cNvSpPr/>
          <p:nvPr/>
        </p:nvSpPr>
        <p:spPr>
          <a:xfrm>
            <a:off x="5244382" y="12256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3E98B6C-58B3-4B4B-B683-C1E1CFBEE656}"/>
              </a:ext>
            </a:extLst>
          </p:cNvPr>
          <p:cNvSpPr/>
          <p:nvPr/>
        </p:nvSpPr>
        <p:spPr>
          <a:xfrm>
            <a:off x="7305071" y="11851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이슈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EC5562-42B3-43C6-8E9C-4945F7C9F02C}"/>
              </a:ext>
            </a:extLst>
          </p:cNvPr>
          <p:cNvCxnSpPr>
            <a:cxnSpLocks/>
            <a:stCxn id="177" idx="0"/>
            <a:endCxn id="198" idx="2"/>
          </p:cNvCxnSpPr>
          <p:nvPr/>
        </p:nvCxnSpPr>
        <p:spPr>
          <a:xfrm flipV="1">
            <a:off x="8110280" y="478519"/>
            <a:ext cx="4791" cy="21592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24A124D1-8704-4AA8-9E70-0711C616B4B1}"/>
              </a:ext>
            </a:extLst>
          </p:cNvPr>
          <p:cNvCxnSpPr>
            <a:cxnSpLocks/>
            <a:stCxn id="190" idx="2"/>
            <a:endCxn id="117" idx="2"/>
          </p:cNvCxnSpPr>
          <p:nvPr/>
        </p:nvCxnSpPr>
        <p:spPr>
          <a:xfrm rot="16200000" flipH="1">
            <a:off x="6525686" y="11259"/>
            <a:ext cx="310432" cy="1253041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AADE80E-F8DE-4724-B243-E0C2FD98A1E2}"/>
              </a:ext>
            </a:extLst>
          </p:cNvPr>
          <p:cNvGrpSpPr/>
          <p:nvPr/>
        </p:nvGrpSpPr>
        <p:grpSpPr>
          <a:xfrm>
            <a:off x="7307423" y="702996"/>
            <a:ext cx="180000" cy="342847"/>
            <a:chOff x="7328937" y="702996"/>
            <a:chExt cx="180000" cy="342847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677943B-20C2-4C56-9AF1-C96B90673DE4}"/>
                </a:ext>
              </a:extLst>
            </p:cNvPr>
            <p:cNvSpPr/>
            <p:nvPr/>
          </p:nvSpPr>
          <p:spPr>
            <a:xfrm>
              <a:off x="7328937" y="865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FDBFCEF-DDB7-4975-924A-0C16E15943D1}"/>
                </a:ext>
              </a:extLst>
            </p:cNvPr>
            <p:cNvSpPr/>
            <p:nvPr/>
          </p:nvSpPr>
          <p:spPr>
            <a:xfrm>
              <a:off x="7328937" y="702996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40F85D6B-EFD0-4E48-B8D2-81731423686E}"/>
              </a:ext>
            </a:extLst>
          </p:cNvPr>
          <p:cNvCxnSpPr>
            <a:cxnSpLocks/>
            <a:stCxn id="479" idx="4"/>
            <a:endCxn id="118" idx="0"/>
          </p:cNvCxnSpPr>
          <p:nvPr/>
        </p:nvCxnSpPr>
        <p:spPr>
          <a:xfrm>
            <a:off x="4855910" y="1946992"/>
            <a:ext cx="1" cy="356277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254978-4B64-4428-BF99-08EF03DD32E3}"/>
              </a:ext>
            </a:extLst>
          </p:cNvPr>
          <p:cNvSpPr/>
          <p:nvPr/>
        </p:nvSpPr>
        <p:spPr>
          <a:xfrm>
            <a:off x="210745" y="4776405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검수 업체 등록 관리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E54BE6-7913-4B93-869E-7856CBEC94C2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>
            <a:off x="1020745" y="1991993"/>
            <a:ext cx="0" cy="278441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8DE196F-22AF-4DF8-B6D0-F79974F36A58}"/>
              </a:ext>
            </a:extLst>
          </p:cNvPr>
          <p:cNvCxnSpPr>
            <a:cxnSpLocks/>
            <a:stCxn id="109" idx="0"/>
            <a:endCxn id="45" idx="2"/>
          </p:cNvCxnSpPr>
          <p:nvPr/>
        </p:nvCxnSpPr>
        <p:spPr>
          <a:xfrm flipV="1">
            <a:off x="1020745" y="5136405"/>
            <a:ext cx="0" cy="72378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CED40F-2171-4277-9277-123B010A129F}"/>
              </a:ext>
            </a:extLst>
          </p:cNvPr>
          <p:cNvSpPr/>
          <p:nvPr/>
        </p:nvSpPr>
        <p:spPr>
          <a:xfrm>
            <a:off x="2128327" y="518402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가격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1B1BCB0-D675-4BB3-B2A3-0F5B6303EB12}"/>
              </a:ext>
            </a:extLst>
          </p:cNvPr>
          <p:cNvGrpSpPr/>
          <p:nvPr/>
        </p:nvGrpSpPr>
        <p:grpSpPr>
          <a:xfrm>
            <a:off x="4050807" y="2966854"/>
            <a:ext cx="1610208" cy="538656"/>
            <a:chOff x="4910186" y="1455275"/>
            <a:chExt cx="1610208" cy="538656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194AA60-E0DF-4704-9FC3-894BD07FAA6F}"/>
                </a:ext>
              </a:extLst>
            </p:cNvPr>
            <p:cNvSpPr/>
            <p:nvPr/>
          </p:nvSpPr>
          <p:spPr>
            <a:xfrm>
              <a:off x="4910186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480CFFE-F438-4457-9434-A6D3E7D9B469}"/>
                </a:ext>
              </a:extLst>
            </p:cNvPr>
            <p:cNvSpPr/>
            <p:nvPr/>
          </p:nvSpPr>
          <p:spPr>
            <a:xfrm>
              <a:off x="6340394" y="1813931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EFAA8CA-A154-43ED-94B7-D5364C44F748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AABA7DDB-E4CF-4F91-9EFF-2DD749689C94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F7D4A794-2112-4017-99C5-955BF8DA613A}"/>
              </a:ext>
            </a:extLst>
          </p:cNvPr>
          <p:cNvCxnSpPr>
            <a:cxnSpLocks/>
            <a:stCxn id="63" idx="1"/>
            <a:endCxn id="74" idx="4"/>
          </p:cNvCxnSpPr>
          <p:nvPr/>
        </p:nvCxnSpPr>
        <p:spPr>
          <a:xfrm rot="10800000">
            <a:off x="5571016" y="3505510"/>
            <a:ext cx="85105" cy="3122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0A0D9466-1A83-4F58-8AFA-DE0BB9B86183}"/>
              </a:ext>
            </a:extLst>
          </p:cNvPr>
          <p:cNvCxnSpPr>
            <a:cxnSpLocks/>
            <a:stCxn id="80" idx="2"/>
            <a:endCxn id="49" idx="0"/>
          </p:cNvCxnSpPr>
          <p:nvPr/>
        </p:nvCxnSpPr>
        <p:spPr>
          <a:xfrm>
            <a:off x="4855911" y="3501419"/>
            <a:ext cx="0" cy="66528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EE6D517-2056-47B0-8727-E514DFBFA607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4855911" y="4706703"/>
            <a:ext cx="0" cy="38731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AA685737-261D-431C-8C6D-7616BCC3CB00}"/>
              </a:ext>
            </a:extLst>
          </p:cNvPr>
          <p:cNvGrpSpPr/>
          <p:nvPr/>
        </p:nvGrpSpPr>
        <p:grpSpPr>
          <a:xfrm>
            <a:off x="4050807" y="4172138"/>
            <a:ext cx="1610208" cy="529131"/>
            <a:chOff x="4910186" y="1455275"/>
            <a:chExt cx="1610208" cy="529131"/>
          </a:xfrm>
        </p:grpSpPr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EC757438-F770-4DD9-AABC-5B436399A48E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98E6E5C-A5E2-40FB-BF7A-A62AD27F8612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70DD970B-937C-4897-B576-28222767D923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65C4AEF-10F4-4847-9508-4811AE06139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85DD9339-C8B2-47EB-9681-8BBCF2E50FE4}"/>
              </a:ext>
            </a:extLst>
          </p:cNvPr>
          <p:cNvSpPr/>
          <p:nvPr/>
        </p:nvSpPr>
        <p:spPr>
          <a:xfrm>
            <a:off x="7300280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진행단계 관리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5783F4ED-B060-4689-BEFC-C8CCC063E11C}"/>
              </a:ext>
            </a:extLst>
          </p:cNvPr>
          <p:cNvCxnSpPr>
            <a:cxnSpLocks/>
            <a:stCxn id="175" idx="4"/>
            <a:endCxn id="55" idx="0"/>
          </p:cNvCxnSpPr>
          <p:nvPr/>
        </p:nvCxnSpPr>
        <p:spPr>
          <a:xfrm rot="16200000" flipH="1">
            <a:off x="5839349" y="4432935"/>
            <a:ext cx="479740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80E83D-30EA-4A77-A59C-EA1834E57B3E}"/>
              </a:ext>
            </a:extLst>
          </p:cNvPr>
          <p:cNvSpPr/>
          <p:nvPr/>
        </p:nvSpPr>
        <p:spPr>
          <a:xfrm>
            <a:off x="7687448" y="4356590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가격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협상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(price_nego_mgmt)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775328D-D506-4FD0-9C8E-6A24AEFC071D}"/>
              </a:ext>
            </a:extLst>
          </p:cNvPr>
          <p:cNvSpPr/>
          <p:nvPr/>
        </p:nvSpPr>
        <p:spPr>
          <a:xfrm>
            <a:off x="7687448" y="5861619"/>
            <a:ext cx="1620000" cy="3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가격</a:t>
            </a:r>
            <a:r>
              <a:rPr lang="en-US" altLang="ko-KR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300" b="1" spc="-1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협상 요청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E0EDE5A-CAFE-44B6-B118-868A52D13EE7}"/>
              </a:ext>
            </a:extLst>
          </p:cNvPr>
          <p:cNvCxnSpPr>
            <a:cxnSpLocks/>
            <a:stCxn id="8" idx="6"/>
            <a:endCxn id="77" idx="1"/>
          </p:cNvCxnSpPr>
          <p:nvPr/>
        </p:nvCxnSpPr>
        <p:spPr>
          <a:xfrm>
            <a:off x="5661015" y="6041619"/>
            <a:ext cx="2026433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AE9328B8-04B2-4456-B436-C1E40B6C3D56}"/>
              </a:ext>
            </a:extLst>
          </p:cNvPr>
          <p:cNvCxnSpPr>
            <a:cxnSpLocks/>
            <a:stCxn id="77" idx="0"/>
            <a:endCxn id="66" idx="2"/>
          </p:cNvCxnSpPr>
          <p:nvPr/>
        </p:nvCxnSpPr>
        <p:spPr>
          <a:xfrm flipV="1">
            <a:off x="8497448" y="4896589"/>
            <a:ext cx="0" cy="96503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908327F-3FF2-4600-BE0B-05C8650BD00B}"/>
              </a:ext>
            </a:extLst>
          </p:cNvPr>
          <p:cNvSpPr/>
          <p:nvPr/>
        </p:nvSpPr>
        <p:spPr>
          <a:xfrm>
            <a:off x="9501076" y="5861619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가격 협상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4EFCC008-24AC-478D-8290-B178EA60C0F0}"/>
              </a:ext>
            </a:extLst>
          </p:cNvPr>
          <p:cNvCxnSpPr>
            <a:cxnSpLocks/>
            <a:stCxn id="77" idx="3"/>
            <a:endCxn id="112" idx="1"/>
          </p:cNvCxnSpPr>
          <p:nvPr/>
        </p:nvCxnSpPr>
        <p:spPr>
          <a:xfrm>
            <a:off x="9307448" y="6041619"/>
            <a:ext cx="193628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F865A6C-8635-4F2D-A577-D6C008C3FE2B}"/>
              </a:ext>
            </a:extLst>
          </p:cNvPr>
          <p:cNvSpPr/>
          <p:nvPr/>
        </p:nvSpPr>
        <p:spPr>
          <a:xfrm>
            <a:off x="5777423" y="518100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내역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9739E6B7-BD66-4B2C-AA77-59846C49E0A2}"/>
              </a:ext>
            </a:extLst>
          </p:cNvPr>
          <p:cNvGrpSpPr/>
          <p:nvPr/>
        </p:nvGrpSpPr>
        <p:grpSpPr>
          <a:xfrm>
            <a:off x="7692344" y="4362024"/>
            <a:ext cx="1610208" cy="529131"/>
            <a:chOff x="4910186" y="1455275"/>
            <a:chExt cx="1610208" cy="529131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1EC9E5BD-A39C-485B-AF0C-1B388A17E51D}"/>
                </a:ext>
              </a:extLst>
            </p:cNvPr>
            <p:cNvSpPr/>
            <p:nvPr/>
          </p:nvSpPr>
          <p:spPr>
            <a:xfrm>
              <a:off x="4910186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A775D332-DF5D-4928-B2E6-D1C2E44E712B}"/>
                </a:ext>
              </a:extLst>
            </p:cNvPr>
            <p:cNvSpPr/>
            <p:nvPr/>
          </p:nvSpPr>
          <p:spPr>
            <a:xfrm>
              <a:off x="6340394" y="180440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443EDA1D-8675-4F4E-94D3-21200F13D7CD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BC558391-6F61-40EA-800E-B91A715B3146}"/>
                </a:ext>
              </a:extLst>
            </p:cNvPr>
            <p:cNvSpPr/>
            <p:nvPr/>
          </p:nvSpPr>
          <p:spPr>
            <a:xfrm>
              <a:off x="6340394" y="1455275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CE2726D-31AE-4BB0-A27B-D586E9E12487}"/>
              </a:ext>
            </a:extLst>
          </p:cNvPr>
          <p:cNvSpPr txBox="1"/>
          <p:nvPr/>
        </p:nvSpPr>
        <p:spPr>
          <a:xfrm>
            <a:off x="10654400" y="51847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b="1" dirty="0">
                <a:latin typeface="+mn-ea"/>
              </a:rPr>
              <a:t>7.</a:t>
            </a:r>
            <a:r>
              <a:rPr lang="ko-KR" altLang="en-US" sz="1400" b="1" dirty="0">
                <a:latin typeface="+mn-ea"/>
              </a:rPr>
              <a:t>비용 정산 관리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3D04A0D8-0D39-413D-AF05-F270DD157BF2}"/>
              </a:ext>
            </a:extLst>
          </p:cNvPr>
          <p:cNvSpPr/>
          <p:nvPr/>
        </p:nvSpPr>
        <p:spPr>
          <a:xfrm>
            <a:off x="4045911" y="5944986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검수 관리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CF77F28-85EA-4B21-827C-1C00C09B478C}"/>
              </a:ext>
            </a:extLst>
          </p:cNvPr>
          <p:cNvSpPr/>
          <p:nvPr/>
        </p:nvSpPr>
        <p:spPr>
          <a:xfrm>
            <a:off x="210745" y="5860185"/>
            <a:ext cx="1620000" cy="54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샘플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검수 업체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(sm_ip_company)</a:t>
            </a:r>
            <a:endParaRPr lang="ko-KR" altLang="en-US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F0C480F8-5B79-4033-9DCC-AE3866F7D553}"/>
              </a:ext>
            </a:extLst>
          </p:cNvPr>
          <p:cNvCxnSpPr>
            <a:cxnSpLocks/>
            <a:stCxn id="109" idx="3"/>
            <a:endCxn id="105" idx="1"/>
          </p:cNvCxnSpPr>
          <p:nvPr/>
        </p:nvCxnSpPr>
        <p:spPr>
          <a:xfrm flipV="1">
            <a:off x="1830745" y="6124986"/>
            <a:ext cx="2215166" cy="5199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4D40F9F1-DAEA-45C1-83AC-DB2F103E73D3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4855911" y="5634021"/>
            <a:ext cx="0" cy="31096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E1FF3853-4A67-4244-9CA2-B175609269F3}"/>
              </a:ext>
            </a:extLst>
          </p:cNvPr>
          <p:cNvCxnSpPr>
            <a:cxnSpLocks/>
          </p:cNvCxnSpPr>
          <p:nvPr/>
        </p:nvCxnSpPr>
        <p:spPr>
          <a:xfrm rot="5400000">
            <a:off x="5875896" y="5236128"/>
            <a:ext cx="406647" cy="10164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35324A4-9533-46FF-952D-2E8B4B992DEE}"/>
              </a:ext>
            </a:extLst>
          </p:cNvPr>
          <p:cNvGrpSpPr/>
          <p:nvPr/>
        </p:nvGrpSpPr>
        <p:grpSpPr>
          <a:xfrm>
            <a:off x="4050807" y="5947656"/>
            <a:ext cx="1610208" cy="356060"/>
            <a:chOff x="4910186" y="1455275"/>
            <a:chExt cx="1610208" cy="356060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29B82B6F-A69F-4B40-A327-F4E95E46816C}"/>
                </a:ext>
              </a:extLst>
            </p:cNvPr>
            <p:cNvSpPr/>
            <p:nvPr/>
          </p:nvSpPr>
          <p:spPr>
            <a:xfrm>
              <a:off x="4910186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4F2D8760-A705-4EF2-BB2D-F240276C83D8}"/>
                </a:ext>
              </a:extLst>
            </p:cNvPr>
            <p:cNvSpPr/>
            <p:nvPr/>
          </p:nvSpPr>
          <p:spPr>
            <a:xfrm>
              <a:off x="6340394" y="163133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387CC5AA-4E92-4ED8-B7BF-3F3E2D9CF4CB}"/>
                </a:ext>
              </a:extLst>
            </p:cNvPr>
            <p:cNvSpPr/>
            <p:nvPr/>
          </p:nvSpPr>
          <p:spPr>
            <a:xfrm>
              <a:off x="4910186" y="1455275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F9F9E72A-0C9F-4BA1-9715-86BFD0EA1675}"/>
              </a:ext>
            </a:extLst>
          </p:cNvPr>
          <p:cNvSpPr/>
          <p:nvPr/>
        </p:nvSpPr>
        <p:spPr>
          <a:xfrm>
            <a:off x="5481015" y="5951619"/>
            <a:ext cx="180000" cy="18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lang="ko-KR" altLang="en-US" sz="2400"/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5F285B81-ED06-4F1D-974A-F1A442649969}"/>
              </a:ext>
            </a:extLst>
          </p:cNvPr>
          <p:cNvCxnSpPr>
            <a:cxnSpLocks/>
            <a:stCxn id="66" idx="0"/>
            <a:endCxn id="131" idx="2"/>
          </p:cNvCxnSpPr>
          <p:nvPr/>
        </p:nvCxnSpPr>
        <p:spPr>
          <a:xfrm flipV="1">
            <a:off x="8497448" y="4084239"/>
            <a:ext cx="440" cy="27235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CF785D94-A7BF-4039-995D-5C93791AE3C3}"/>
              </a:ext>
            </a:extLst>
          </p:cNvPr>
          <p:cNvCxnSpPr>
            <a:cxnSpLocks/>
            <a:stCxn id="80" idx="1"/>
            <a:endCxn id="148" idx="3"/>
          </p:cNvCxnSpPr>
          <p:nvPr/>
        </p:nvCxnSpPr>
        <p:spPr>
          <a:xfrm rot="10800000">
            <a:off x="3748327" y="2971441"/>
            <a:ext cx="297584" cy="2599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E6932B05-8B52-4C8F-B7A7-0C250EE3F6BC}"/>
              </a:ext>
            </a:extLst>
          </p:cNvPr>
          <p:cNvCxnSpPr>
            <a:cxnSpLocks/>
            <a:stCxn id="80" idx="1"/>
            <a:endCxn id="147" idx="3"/>
          </p:cNvCxnSpPr>
          <p:nvPr/>
        </p:nvCxnSpPr>
        <p:spPr>
          <a:xfrm rot="10800000" flipV="1">
            <a:off x="3748327" y="3231419"/>
            <a:ext cx="297584" cy="2991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ABA4B5D-8FE7-4EF1-B045-18705514ACBA}"/>
              </a:ext>
            </a:extLst>
          </p:cNvPr>
          <p:cNvSpPr/>
          <p:nvPr/>
        </p:nvSpPr>
        <p:spPr>
          <a:xfrm>
            <a:off x="2128327" y="3260611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원천 제품 공급처</a:t>
            </a:r>
            <a:br>
              <a:rPr lang="en-US" altLang="ko-KR" sz="1400" b="1" spc="-100" dirty="0">
                <a:solidFill>
                  <a:schemeClr val="bg1"/>
                </a:solidFill>
                <a:latin typeface="+mn-ea"/>
              </a:rPr>
            </a:b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(og_supplier)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7EDC6C7E-F3CF-454D-A6F1-61CAF9676184}"/>
              </a:ext>
            </a:extLst>
          </p:cNvPr>
          <p:cNvSpPr/>
          <p:nvPr/>
        </p:nvSpPr>
        <p:spPr>
          <a:xfrm>
            <a:off x="2128327" y="2791441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원천 제품 가격 정보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5FA9E87-C0AA-4E65-9936-FE25AEC749BC}"/>
              </a:ext>
            </a:extLst>
          </p:cNvPr>
          <p:cNvCxnSpPr>
            <a:cxnSpLocks/>
            <a:stCxn id="57" idx="1"/>
            <a:endCxn id="58" idx="3"/>
          </p:cNvCxnSpPr>
          <p:nvPr/>
        </p:nvCxnSpPr>
        <p:spPr>
          <a:xfrm flipH="1">
            <a:off x="3748327" y="5364021"/>
            <a:ext cx="29758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7CCAD6D-8693-42D7-A7DC-4EF8158D7D06}"/>
              </a:ext>
            </a:extLst>
          </p:cNvPr>
          <p:cNvSpPr/>
          <p:nvPr/>
        </p:nvSpPr>
        <p:spPr>
          <a:xfrm>
            <a:off x="9506632" y="4446589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구간별 단가 관리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9BE131D-CF0E-4DBA-BA69-D31244F6C4A6}"/>
              </a:ext>
            </a:extLst>
          </p:cNvPr>
          <p:cNvCxnSpPr>
            <a:cxnSpLocks/>
            <a:stCxn id="66" idx="3"/>
            <a:endCxn id="94" idx="1"/>
          </p:cNvCxnSpPr>
          <p:nvPr/>
        </p:nvCxnSpPr>
        <p:spPr>
          <a:xfrm flipV="1">
            <a:off x="9307448" y="4626589"/>
            <a:ext cx="199184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5D00F9F-A2CB-4F5D-9B0B-8DF8FFA12AEB}"/>
              </a:ext>
            </a:extLst>
          </p:cNvPr>
          <p:cNvSpPr/>
          <p:nvPr/>
        </p:nvSpPr>
        <p:spPr>
          <a:xfrm>
            <a:off x="7300280" y="1451992"/>
            <a:ext cx="1620000" cy="53999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 구매 참여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(gb_participation)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E93AB128-F27A-43CB-B5A2-DECFE628C2B3}"/>
              </a:ext>
            </a:extLst>
          </p:cNvPr>
          <p:cNvCxnSpPr>
            <a:cxnSpLocks/>
            <a:stCxn id="14" idx="3"/>
            <a:endCxn id="98" idx="1"/>
          </p:cNvCxnSpPr>
          <p:nvPr/>
        </p:nvCxnSpPr>
        <p:spPr>
          <a:xfrm>
            <a:off x="6265146" y="1721992"/>
            <a:ext cx="1035134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277EE341-3B74-4761-88E5-1FABC86F1200}"/>
              </a:ext>
            </a:extLst>
          </p:cNvPr>
          <p:cNvCxnSpPr>
            <a:cxnSpLocks/>
            <a:stCxn id="98" idx="0"/>
            <a:endCxn id="177" idx="2"/>
          </p:cNvCxnSpPr>
          <p:nvPr/>
        </p:nvCxnSpPr>
        <p:spPr>
          <a:xfrm flipV="1">
            <a:off x="8110280" y="1054447"/>
            <a:ext cx="0" cy="39754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AD27E5C9-CCE4-46DC-88AB-539C2D31AC83}"/>
              </a:ext>
            </a:extLst>
          </p:cNvPr>
          <p:cNvGrpSpPr/>
          <p:nvPr/>
        </p:nvGrpSpPr>
        <p:grpSpPr>
          <a:xfrm>
            <a:off x="7421044" y="1457831"/>
            <a:ext cx="1378472" cy="527261"/>
            <a:chOff x="5021158" y="1492582"/>
            <a:chExt cx="1378472" cy="527261"/>
          </a:xfrm>
        </p:grpSpPr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7CE42C73-D274-4A64-94E7-AD3175CB12B4}"/>
                </a:ext>
              </a:extLst>
            </p:cNvPr>
            <p:cNvSpPr/>
            <p:nvPr/>
          </p:nvSpPr>
          <p:spPr>
            <a:xfrm>
              <a:off x="5021158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146CAB3A-BD32-40CB-B717-FEB06BE51BE6}"/>
                </a:ext>
              </a:extLst>
            </p:cNvPr>
            <p:cNvSpPr/>
            <p:nvPr/>
          </p:nvSpPr>
          <p:spPr>
            <a:xfrm>
              <a:off x="6219630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28BE54D6-12FA-4CEE-82FB-1158E8EFAD9E}"/>
                </a:ext>
              </a:extLst>
            </p:cNvPr>
            <p:cNvSpPr/>
            <p:nvPr/>
          </p:nvSpPr>
          <p:spPr>
            <a:xfrm>
              <a:off x="5021158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B555ECA5-5E6D-4D6F-9CDA-6B10ED5E22DD}"/>
                </a:ext>
              </a:extLst>
            </p:cNvPr>
            <p:cNvSpPr/>
            <p:nvPr/>
          </p:nvSpPr>
          <p:spPr>
            <a:xfrm>
              <a:off x="6219630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77778FF-EA88-43EF-9378-713113BEA0AA}"/>
              </a:ext>
            </a:extLst>
          </p:cNvPr>
          <p:cNvSpPr/>
          <p:nvPr/>
        </p:nvSpPr>
        <p:spPr>
          <a:xfrm>
            <a:off x="9096916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참여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3F24ADF6-E997-400D-8273-6F24D6DC3B6D}"/>
              </a:ext>
            </a:extLst>
          </p:cNvPr>
          <p:cNvCxnSpPr>
            <a:cxnSpLocks/>
            <a:stCxn id="125" idx="0"/>
            <a:endCxn id="126" idx="2"/>
          </p:cNvCxnSpPr>
          <p:nvPr/>
        </p:nvCxnSpPr>
        <p:spPr>
          <a:xfrm rot="5400000" flipH="1" flipV="1">
            <a:off x="9106524" y="657439"/>
            <a:ext cx="403384" cy="11974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71F5E57-75BF-468C-B4E0-DBFDEFA10D00}"/>
              </a:ext>
            </a:extLst>
          </p:cNvPr>
          <p:cNvSpPr/>
          <p:nvPr/>
        </p:nvSpPr>
        <p:spPr>
          <a:xfrm>
            <a:off x="7300280" y="2325521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공동구매 생성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(gb_creation)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0C5A39C2-5EB0-4ADA-8467-D0B7CE23B2F0}"/>
              </a:ext>
            </a:extLst>
          </p:cNvPr>
          <p:cNvSpPr/>
          <p:nvPr/>
        </p:nvSpPr>
        <p:spPr>
          <a:xfrm>
            <a:off x="7687888" y="3544240"/>
            <a:ext cx="1620000" cy="53999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제품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(b2buy_product)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8A05DF4-42E7-49F0-ADE2-4DB499F090BC}"/>
              </a:ext>
            </a:extLst>
          </p:cNvPr>
          <p:cNvSpPr/>
          <p:nvPr/>
        </p:nvSpPr>
        <p:spPr>
          <a:xfrm>
            <a:off x="9501076" y="3544239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B2BUY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 공급처</a:t>
            </a:r>
            <a:b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(b2buy_supplier)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72B54752-2DC3-4E3C-96B3-AAFAB4B05120}"/>
              </a:ext>
            </a:extLst>
          </p:cNvPr>
          <p:cNvCxnSpPr>
            <a:cxnSpLocks/>
            <a:stCxn id="63" idx="3"/>
            <a:endCxn id="131" idx="1"/>
          </p:cNvCxnSpPr>
          <p:nvPr/>
        </p:nvCxnSpPr>
        <p:spPr>
          <a:xfrm flipV="1">
            <a:off x="7276120" y="3814240"/>
            <a:ext cx="411768" cy="3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ABA73260-C030-45FB-8C64-0E07CF0F597E}"/>
              </a:ext>
            </a:extLst>
          </p:cNvPr>
          <p:cNvCxnSpPr>
            <a:cxnSpLocks/>
            <a:stCxn id="66" idx="1"/>
          </p:cNvCxnSpPr>
          <p:nvPr/>
        </p:nvCxnSpPr>
        <p:spPr>
          <a:xfrm rot="10800000">
            <a:off x="7397428" y="1045848"/>
            <a:ext cx="290021" cy="3580743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7C1CDC80-927B-493C-821D-9882CD83369E}"/>
              </a:ext>
            </a:extLst>
          </p:cNvPr>
          <p:cNvCxnSpPr>
            <a:cxnSpLocks/>
            <a:stCxn id="131" idx="3"/>
            <a:endCxn id="134" idx="1"/>
          </p:cNvCxnSpPr>
          <p:nvPr/>
        </p:nvCxnSpPr>
        <p:spPr>
          <a:xfrm flipV="1">
            <a:off x="9307888" y="3814239"/>
            <a:ext cx="193188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CBF54099-55C6-4974-97B1-2769F9642356}"/>
              </a:ext>
            </a:extLst>
          </p:cNvPr>
          <p:cNvSpPr/>
          <p:nvPr/>
        </p:nvSpPr>
        <p:spPr>
          <a:xfrm>
            <a:off x="4045911" y="694447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공동구매 요청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EB52CC68-053F-4133-A286-CA999744908F}"/>
              </a:ext>
            </a:extLst>
          </p:cNvPr>
          <p:cNvCxnSpPr>
            <a:cxnSpLocks/>
            <a:stCxn id="157" idx="0"/>
            <a:endCxn id="138" idx="2"/>
          </p:cNvCxnSpPr>
          <p:nvPr/>
        </p:nvCxnSpPr>
        <p:spPr>
          <a:xfrm flipV="1">
            <a:off x="4855910" y="1054447"/>
            <a:ext cx="1" cy="44254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225A6944-5CE8-43C9-94CD-05347CAE7701}"/>
              </a:ext>
            </a:extLst>
          </p:cNvPr>
          <p:cNvCxnSpPr>
            <a:cxnSpLocks/>
            <a:stCxn id="131" idx="0"/>
            <a:endCxn id="128" idx="2"/>
          </p:cNvCxnSpPr>
          <p:nvPr/>
        </p:nvCxnSpPr>
        <p:spPr>
          <a:xfrm rot="16200000" flipV="1">
            <a:off x="7964724" y="3011076"/>
            <a:ext cx="678720" cy="3876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01F1521-BA5E-4011-99FE-5D89F7993068}"/>
              </a:ext>
            </a:extLst>
          </p:cNvPr>
          <p:cNvSpPr/>
          <p:nvPr/>
        </p:nvSpPr>
        <p:spPr>
          <a:xfrm>
            <a:off x="6144382" y="2934797"/>
            <a:ext cx="1620000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HS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코드</a:t>
            </a:r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원본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(hs_code_original)</a:t>
            </a:r>
          </a:p>
        </p:txBody>
      </p: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ADD7F8E6-E799-4D89-9E7F-1C35625ECA46}"/>
              </a:ext>
            </a:extLst>
          </p:cNvPr>
          <p:cNvCxnSpPr>
            <a:cxnSpLocks/>
            <a:stCxn id="151" idx="0"/>
            <a:endCxn id="128" idx="1"/>
          </p:cNvCxnSpPr>
          <p:nvPr/>
        </p:nvCxnSpPr>
        <p:spPr>
          <a:xfrm rot="5400000" flipH="1" flipV="1">
            <a:off x="6957693" y="2592210"/>
            <a:ext cx="339276" cy="345898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726113E-81C9-45AB-98B3-758B9E53DD0E}"/>
              </a:ext>
            </a:extLst>
          </p:cNvPr>
          <p:cNvSpPr/>
          <p:nvPr/>
        </p:nvSpPr>
        <p:spPr>
          <a:xfrm>
            <a:off x="9097601" y="2325521"/>
            <a:ext cx="1620000" cy="53999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00" dirty="0">
                <a:solidFill>
                  <a:schemeClr val="bg1"/>
                </a:solidFill>
                <a:latin typeface="+mn-ea"/>
              </a:rPr>
              <a:t>비용 정산 관리</a:t>
            </a:r>
            <a:endParaRPr lang="en-US" altLang="ko-KR" sz="1400" b="1" spc="-1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400" b="1" spc="-100" dirty="0">
                <a:solidFill>
                  <a:schemeClr val="bg1"/>
                </a:solidFill>
                <a:latin typeface="+mn-ea"/>
              </a:rPr>
              <a:t>(cost_charge)</a:t>
            </a:r>
          </a:p>
        </p:txBody>
      </p:sp>
      <p:cxnSp>
        <p:nvCxnSpPr>
          <p:cNvPr id="163" name="연결선: 꺾임 162">
            <a:extLst>
              <a:ext uri="{FF2B5EF4-FFF2-40B4-BE49-F238E27FC236}">
                <a16:creationId xmlns:a16="http://schemas.microsoft.com/office/drawing/2014/main" id="{3A1E8ED0-80A9-48E9-A013-76B4D238FB9F}"/>
              </a:ext>
            </a:extLst>
          </p:cNvPr>
          <p:cNvCxnSpPr>
            <a:cxnSpLocks/>
            <a:stCxn id="128" idx="0"/>
            <a:endCxn id="107" idx="4"/>
          </p:cNvCxnSpPr>
          <p:nvPr/>
        </p:nvCxnSpPr>
        <p:spPr>
          <a:xfrm rot="16200000" flipV="1">
            <a:off x="7640448" y="1855689"/>
            <a:ext cx="340429" cy="5992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A90BF41E-9AA6-472C-9393-3B4ACB1AE65C}"/>
              </a:ext>
            </a:extLst>
          </p:cNvPr>
          <p:cNvCxnSpPr>
            <a:cxnSpLocks/>
            <a:stCxn id="119" idx="4"/>
            <a:endCxn id="155" idx="0"/>
          </p:cNvCxnSpPr>
          <p:nvPr/>
        </p:nvCxnSpPr>
        <p:spPr>
          <a:xfrm rot="16200000" flipH="1">
            <a:off x="9138344" y="1556263"/>
            <a:ext cx="340429" cy="11980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3990E00-3690-4233-819D-28776E4D6968}"/>
              </a:ext>
            </a:extLst>
          </p:cNvPr>
          <p:cNvSpPr/>
          <p:nvPr/>
        </p:nvSpPr>
        <p:spPr>
          <a:xfrm>
            <a:off x="5656120" y="3637784"/>
            <a:ext cx="162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구매 플랫폼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98E5D1D9-FFC5-4F4B-A6FA-6919871679B6}"/>
              </a:ext>
            </a:extLst>
          </p:cNvPr>
          <p:cNvCxnSpPr>
            <a:cxnSpLocks/>
            <a:stCxn id="58" idx="2"/>
            <a:endCxn id="143" idx="6"/>
          </p:cNvCxnSpPr>
          <p:nvPr/>
        </p:nvCxnSpPr>
        <p:spPr>
          <a:xfrm rot="5400000" flipH="1" flipV="1">
            <a:off x="5263686" y="99686"/>
            <a:ext cx="3118975" cy="7769695"/>
          </a:xfrm>
          <a:prstGeom prst="bentConnector4">
            <a:avLst>
              <a:gd name="adj1" fmla="val -33932"/>
              <a:gd name="adj2" fmla="val 115038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E0142AC-B4D2-4FC6-97A0-8CDC69530D2A}"/>
              </a:ext>
            </a:extLst>
          </p:cNvPr>
          <p:cNvGrpSpPr/>
          <p:nvPr/>
        </p:nvGrpSpPr>
        <p:grpSpPr>
          <a:xfrm>
            <a:off x="9105335" y="2335046"/>
            <a:ext cx="1602687" cy="527261"/>
            <a:chOff x="4796943" y="1492582"/>
            <a:chExt cx="1602687" cy="527261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561D5DC7-C832-4276-9741-901FCEEA51F5}"/>
                </a:ext>
              </a:extLst>
            </p:cNvPr>
            <p:cNvSpPr/>
            <p:nvPr/>
          </p:nvSpPr>
          <p:spPr>
            <a:xfrm>
              <a:off x="4796943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D8CA862D-653C-4CB5-BE87-BEF2B1963459}"/>
                </a:ext>
              </a:extLst>
            </p:cNvPr>
            <p:cNvSpPr/>
            <p:nvPr/>
          </p:nvSpPr>
          <p:spPr>
            <a:xfrm>
              <a:off x="6219630" y="1839843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B2653CE0-F859-47A6-92BE-536029844307}"/>
                </a:ext>
              </a:extLst>
            </p:cNvPr>
            <p:cNvSpPr/>
            <p:nvPr/>
          </p:nvSpPr>
          <p:spPr>
            <a:xfrm>
              <a:off x="4796943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0F271719-F94B-43AC-BE9B-B212DBE60C8F}"/>
                </a:ext>
              </a:extLst>
            </p:cNvPr>
            <p:cNvSpPr/>
            <p:nvPr/>
          </p:nvSpPr>
          <p:spPr>
            <a:xfrm>
              <a:off x="6219630" y="149258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endParaRPr lang="ko-KR" altLang="en-US" sz="2400"/>
            </a:p>
          </p:txBody>
        </p:sp>
      </p:grpSp>
      <p:cxnSp>
        <p:nvCxnSpPr>
          <p:cNvPr id="150" name="연결선: 꺾임 149">
            <a:extLst>
              <a:ext uri="{FF2B5EF4-FFF2-40B4-BE49-F238E27FC236}">
                <a16:creationId xmlns:a16="http://schemas.microsoft.com/office/drawing/2014/main" id="{6767EB3B-97C2-456D-8C43-290592F33AEF}"/>
              </a:ext>
            </a:extLst>
          </p:cNvPr>
          <p:cNvCxnSpPr>
            <a:cxnSpLocks/>
            <a:stCxn id="94" idx="3"/>
            <a:endCxn id="123" idx="6"/>
          </p:cNvCxnSpPr>
          <p:nvPr/>
        </p:nvCxnSpPr>
        <p:spPr>
          <a:xfrm flipH="1" flipV="1">
            <a:off x="10708022" y="2772307"/>
            <a:ext cx="418610" cy="1854282"/>
          </a:xfrm>
          <a:prstGeom prst="bentConnector3">
            <a:avLst>
              <a:gd name="adj1" fmla="val -8697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68341DC-97AF-4DA3-A001-C9267A7A9EE2}"/>
              </a:ext>
            </a:extLst>
          </p:cNvPr>
          <p:cNvSpPr/>
          <p:nvPr/>
        </p:nvSpPr>
        <p:spPr>
          <a:xfrm>
            <a:off x="2132836" y="4256703"/>
            <a:ext cx="162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ts val="1200"/>
              </a:lnSpc>
            </a:pPr>
            <a:r>
              <a:rPr lang="ko-KR" altLang="en-US" sz="1300" b="1" spc="-100" dirty="0">
                <a:solidFill>
                  <a:schemeClr val="bg1"/>
                </a:solidFill>
                <a:latin typeface="+mn-ea"/>
              </a:rPr>
              <a:t>샘플 신청 확인서</a:t>
            </a:r>
            <a:endParaRPr lang="en-US" altLang="ko-KR" sz="1300" b="1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BCB8CF5A-7870-451D-B58B-422CC9AD1D5D}"/>
              </a:ext>
            </a:extLst>
          </p:cNvPr>
          <p:cNvCxnSpPr>
            <a:cxnSpLocks/>
            <a:stCxn id="49" idx="1"/>
            <a:endCxn id="153" idx="3"/>
          </p:cNvCxnSpPr>
          <p:nvPr/>
        </p:nvCxnSpPr>
        <p:spPr>
          <a:xfrm flipH="1" flipV="1">
            <a:off x="3752836" y="4436703"/>
            <a:ext cx="293075" cy="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72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900</Words>
  <Application>Microsoft Office PowerPoint</Application>
  <PresentationFormat>와이드스크린</PresentationFormat>
  <Paragraphs>253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남규</dc:creator>
  <cp:lastModifiedBy>남규</cp:lastModifiedBy>
  <cp:revision>24</cp:revision>
  <dcterms:created xsi:type="dcterms:W3CDTF">2020-09-26T04:30:38Z</dcterms:created>
  <dcterms:modified xsi:type="dcterms:W3CDTF">2020-09-26T10:08:52Z</dcterms:modified>
</cp:coreProperties>
</file>